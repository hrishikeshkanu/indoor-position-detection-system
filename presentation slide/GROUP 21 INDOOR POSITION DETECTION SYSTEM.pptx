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Open Sans Bold" panose="020B0604020202020204" charset="0"/>
      <p:regular r:id="rId16"/>
    </p:embeddedFont>
    <p:embeddedFont>
      <p:font typeface="Poppins Bold" panose="020B0604020202020204" charset="0"/>
      <p:regular r:id="rId17"/>
    </p:embeddedFont>
    <p:embeddedFont>
      <p:font typeface="Times New Roman M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svg"/><Relationship Id="rId7" Type="http://schemas.openxmlformats.org/officeDocument/2006/relationships/image" Target="../media/image12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.svg"/><Relationship Id="rId7" Type="http://schemas.openxmlformats.org/officeDocument/2006/relationships/image" Target="../media/image27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.svg"/><Relationship Id="rId4" Type="http://schemas.openxmlformats.org/officeDocument/2006/relationships/image" Target="../media/image9.sv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065793" y="653111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2044" y="4983332"/>
            <a:ext cx="8917078" cy="614191"/>
            <a:chOff x="0" y="0"/>
            <a:chExt cx="1654804" cy="1139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54804" cy="113980"/>
            </a:xfrm>
            <a:custGeom>
              <a:avLst/>
              <a:gdLst/>
              <a:ahLst/>
              <a:cxnLst/>
              <a:rect l="l" t="t" r="r" b="b"/>
              <a:pathLst>
                <a:path w="1654804" h="113980">
                  <a:moveTo>
                    <a:pt x="56990" y="0"/>
                  </a:moveTo>
                  <a:lnTo>
                    <a:pt x="1597814" y="0"/>
                  </a:lnTo>
                  <a:cubicBezTo>
                    <a:pt x="1612929" y="0"/>
                    <a:pt x="1627425" y="6004"/>
                    <a:pt x="1638112" y="16692"/>
                  </a:cubicBezTo>
                  <a:cubicBezTo>
                    <a:pt x="1648800" y="27380"/>
                    <a:pt x="1654804" y="41875"/>
                    <a:pt x="1654804" y="56990"/>
                  </a:cubicBezTo>
                  <a:lnTo>
                    <a:pt x="1654804" y="56990"/>
                  </a:lnTo>
                  <a:cubicBezTo>
                    <a:pt x="1654804" y="88465"/>
                    <a:pt x="1629289" y="113980"/>
                    <a:pt x="1597814" y="113980"/>
                  </a:cubicBezTo>
                  <a:lnTo>
                    <a:pt x="56990" y="113980"/>
                  </a:lnTo>
                  <a:cubicBezTo>
                    <a:pt x="41875" y="113980"/>
                    <a:pt x="27380" y="107975"/>
                    <a:pt x="16692" y="97288"/>
                  </a:cubicBezTo>
                  <a:cubicBezTo>
                    <a:pt x="6004" y="86600"/>
                    <a:pt x="0" y="72105"/>
                    <a:pt x="0" y="56990"/>
                  </a:cubicBezTo>
                  <a:lnTo>
                    <a:pt x="0" y="56990"/>
                  </a:lnTo>
                  <a:cubicBezTo>
                    <a:pt x="0" y="41875"/>
                    <a:pt x="6004" y="27380"/>
                    <a:pt x="16692" y="16692"/>
                  </a:cubicBezTo>
                  <a:cubicBezTo>
                    <a:pt x="27380" y="6004"/>
                    <a:pt x="41875" y="0"/>
                    <a:pt x="5699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54804" cy="152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854213" y="-1661893"/>
            <a:ext cx="9460517" cy="946051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155667" y="2125663"/>
            <a:ext cx="6791321" cy="679132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7517" r="-5581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844289" y="8822784"/>
            <a:ext cx="7425704" cy="74257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28668" y="-2824047"/>
            <a:ext cx="3852747" cy="385274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5628197" y="-2170445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72000" y="86774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909856" y="-30861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2365013" y="6149974"/>
            <a:ext cx="5125825" cy="2696934"/>
            <a:chOff x="0" y="0"/>
            <a:chExt cx="796546" cy="419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96546" cy="419100"/>
            </a:xfrm>
            <a:custGeom>
              <a:avLst/>
              <a:gdLst/>
              <a:ahLst/>
              <a:cxnLst/>
              <a:rect l="l" t="t" r="r" b="b"/>
              <a:pathLst>
                <a:path w="796546" h="419100">
                  <a:moveTo>
                    <a:pt x="75519" y="0"/>
                  </a:moveTo>
                  <a:lnTo>
                    <a:pt x="721028" y="0"/>
                  </a:lnTo>
                  <a:cubicBezTo>
                    <a:pt x="741057" y="0"/>
                    <a:pt x="760265" y="7956"/>
                    <a:pt x="774427" y="22119"/>
                  </a:cubicBezTo>
                  <a:cubicBezTo>
                    <a:pt x="788590" y="36281"/>
                    <a:pt x="796546" y="55490"/>
                    <a:pt x="796546" y="75519"/>
                  </a:cubicBezTo>
                  <a:lnTo>
                    <a:pt x="796546" y="343581"/>
                  </a:lnTo>
                  <a:cubicBezTo>
                    <a:pt x="796546" y="385289"/>
                    <a:pt x="762736" y="419100"/>
                    <a:pt x="721028" y="419100"/>
                  </a:cubicBezTo>
                  <a:lnTo>
                    <a:pt x="75519" y="419100"/>
                  </a:lnTo>
                  <a:cubicBezTo>
                    <a:pt x="55490" y="419100"/>
                    <a:pt x="36281" y="411144"/>
                    <a:pt x="22119" y="396981"/>
                  </a:cubicBezTo>
                  <a:cubicBezTo>
                    <a:pt x="7956" y="382819"/>
                    <a:pt x="0" y="363610"/>
                    <a:pt x="0" y="343581"/>
                  </a:cubicBezTo>
                  <a:lnTo>
                    <a:pt x="0" y="75519"/>
                  </a:lnTo>
                  <a:cubicBezTo>
                    <a:pt x="0" y="55490"/>
                    <a:pt x="7956" y="36281"/>
                    <a:pt x="22119" y="22119"/>
                  </a:cubicBezTo>
                  <a:cubicBezTo>
                    <a:pt x="36281" y="7956"/>
                    <a:pt x="55490" y="0"/>
                    <a:pt x="755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796546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Supervised By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Dr. Shamim Al Mamun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IIT, JU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-66675" y="4997061"/>
            <a:ext cx="10194516" cy="510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1"/>
              </a:lnSpc>
            </a:pPr>
            <a:r>
              <a:rPr lang="en-US" sz="2858" b="1">
                <a:solidFill>
                  <a:srgbClr val="F4F6FC"/>
                </a:solidFill>
                <a:latin typeface="Poppins Bold"/>
                <a:ea typeface="Poppins Bold"/>
                <a:cs typeface="Poppins Bold"/>
                <a:sym typeface="Poppins Bold"/>
              </a:rPr>
              <a:t>A WIFI RSSI-BASED ANDROID APPLICATION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7240" y="2306638"/>
            <a:ext cx="10042836" cy="2128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1"/>
              </a:lnSpc>
            </a:pPr>
            <a:r>
              <a:rPr lang="en-US" sz="7340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INDOOR POSITION DETECTION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84154" y="3494555"/>
            <a:ext cx="3833305" cy="6383215"/>
            <a:chOff x="0" y="0"/>
            <a:chExt cx="593879" cy="9889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3879" cy="988927"/>
            </a:xfrm>
            <a:custGeom>
              <a:avLst/>
              <a:gdLst/>
              <a:ahLst/>
              <a:cxnLst/>
              <a:rect l="l" t="t" r="r" b="b"/>
              <a:pathLst>
                <a:path w="593879" h="988927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786963"/>
                  </a:lnTo>
                  <a:cubicBezTo>
                    <a:pt x="593879" y="898504"/>
                    <a:pt x="503457" y="988927"/>
                    <a:pt x="391915" y="988927"/>
                  </a:cubicBezTo>
                  <a:lnTo>
                    <a:pt x="201965" y="988927"/>
                  </a:lnTo>
                  <a:cubicBezTo>
                    <a:pt x="148400" y="988927"/>
                    <a:pt x="97030" y="967649"/>
                    <a:pt x="59154" y="929773"/>
                  </a:cubicBezTo>
                  <a:cubicBezTo>
                    <a:pt x="21278" y="891897"/>
                    <a:pt x="0" y="840527"/>
                    <a:pt x="0" y="786963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2"/>
              <a:stretch>
                <a:fillRect l="-12444" r="-12444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138760" y="3002675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354291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354291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384154" y="8177622"/>
            <a:ext cx="3833305" cy="1700148"/>
            <a:chOff x="0" y="0"/>
            <a:chExt cx="1009595" cy="4477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9595" cy="447776"/>
            </a:xfrm>
            <a:custGeom>
              <a:avLst/>
              <a:gdLst/>
              <a:ahLst/>
              <a:cxnLst/>
              <a:rect l="l" t="t" r="r" b="b"/>
              <a:pathLst>
                <a:path w="1009595" h="447776">
                  <a:moveTo>
                    <a:pt x="84825" y="0"/>
                  </a:moveTo>
                  <a:lnTo>
                    <a:pt x="924770" y="0"/>
                  </a:lnTo>
                  <a:cubicBezTo>
                    <a:pt x="971617" y="0"/>
                    <a:pt x="1009595" y="37978"/>
                    <a:pt x="1009595" y="84825"/>
                  </a:cubicBezTo>
                  <a:lnTo>
                    <a:pt x="1009595" y="362950"/>
                  </a:lnTo>
                  <a:cubicBezTo>
                    <a:pt x="1009595" y="409798"/>
                    <a:pt x="971617" y="447776"/>
                    <a:pt x="924770" y="447776"/>
                  </a:cubicBezTo>
                  <a:lnTo>
                    <a:pt x="84825" y="447776"/>
                  </a:lnTo>
                  <a:cubicBezTo>
                    <a:pt x="37978" y="447776"/>
                    <a:pt x="0" y="409798"/>
                    <a:pt x="0" y="362950"/>
                  </a:cubicBezTo>
                  <a:lnTo>
                    <a:pt x="0" y="84825"/>
                  </a:lnTo>
                  <a:cubicBezTo>
                    <a:pt x="0" y="37978"/>
                    <a:pt x="37978" y="0"/>
                    <a:pt x="84825" y="0"/>
                  </a:cubicBezTo>
                  <a:close/>
                </a:path>
              </a:pathLst>
            </a:custGeom>
            <a:solidFill>
              <a:srgbClr val="886D5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09595" cy="485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50971" y="3587650"/>
            <a:ext cx="3833305" cy="6383215"/>
            <a:chOff x="0" y="0"/>
            <a:chExt cx="593879" cy="98892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93879" cy="988927"/>
            </a:xfrm>
            <a:custGeom>
              <a:avLst/>
              <a:gdLst/>
              <a:ahLst/>
              <a:cxnLst/>
              <a:rect l="l" t="t" r="r" b="b"/>
              <a:pathLst>
                <a:path w="593879" h="988927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786963"/>
                  </a:lnTo>
                  <a:cubicBezTo>
                    <a:pt x="593879" y="898504"/>
                    <a:pt x="503457" y="988927"/>
                    <a:pt x="391915" y="988927"/>
                  </a:cubicBezTo>
                  <a:lnTo>
                    <a:pt x="201965" y="988927"/>
                  </a:lnTo>
                  <a:cubicBezTo>
                    <a:pt x="148400" y="988927"/>
                    <a:pt x="97030" y="967649"/>
                    <a:pt x="59154" y="929773"/>
                  </a:cubicBezTo>
                  <a:cubicBezTo>
                    <a:pt x="21278" y="891897"/>
                    <a:pt x="0" y="840527"/>
                    <a:pt x="0" y="786963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6"/>
              <a:stretch>
                <a:fillRect l="-12444" r="-12444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660884" y="8270717"/>
            <a:ext cx="3833305" cy="1700148"/>
            <a:chOff x="0" y="0"/>
            <a:chExt cx="1009595" cy="4477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09595" cy="447776"/>
            </a:xfrm>
            <a:custGeom>
              <a:avLst/>
              <a:gdLst/>
              <a:ahLst/>
              <a:cxnLst/>
              <a:rect l="l" t="t" r="r" b="b"/>
              <a:pathLst>
                <a:path w="1009595" h="447776">
                  <a:moveTo>
                    <a:pt x="84825" y="0"/>
                  </a:moveTo>
                  <a:lnTo>
                    <a:pt x="924770" y="0"/>
                  </a:lnTo>
                  <a:cubicBezTo>
                    <a:pt x="971617" y="0"/>
                    <a:pt x="1009595" y="37978"/>
                    <a:pt x="1009595" y="84825"/>
                  </a:cubicBezTo>
                  <a:lnTo>
                    <a:pt x="1009595" y="362950"/>
                  </a:lnTo>
                  <a:cubicBezTo>
                    <a:pt x="1009595" y="409798"/>
                    <a:pt x="971617" y="447776"/>
                    <a:pt x="924770" y="447776"/>
                  </a:cubicBezTo>
                  <a:lnTo>
                    <a:pt x="84825" y="447776"/>
                  </a:lnTo>
                  <a:cubicBezTo>
                    <a:pt x="37978" y="447776"/>
                    <a:pt x="0" y="409798"/>
                    <a:pt x="0" y="362950"/>
                  </a:cubicBezTo>
                  <a:lnTo>
                    <a:pt x="0" y="84825"/>
                  </a:lnTo>
                  <a:cubicBezTo>
                    <a:pt x="0" y="37978"/>
                    <a:pt x="37978" y="0"/>
                    <a:pt x="84825" y="0"/>
                  </a:cubicBezTo>
                  <a:close/>
                </a:path>
              </a:pathLst>
            </a:custGeom>
            <a:solidFill>
              <a:srgbClr val="886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09595" cy="485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Hrishikesh Kanu Bintu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Exam Roll: 220554</a:t>
              </a:r>
            </a:p>
            <a:p>
              <a:pPr algn="ctr">
                <a:lnSpc>
                  <a:spcPts val="2659"/>
                </a:lnSpc>
              </a:pPr>
              <a:endParaRPr lang="en-US" sz="18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845837" y="3587650"/>
            <a:ext cx="3833305" cy="6383215"/>
            <a:chOff x="0" y="0"/>
            <a:chExt cx="593879" cy="9889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3879" cy="988927"/>
            </a:xfrm>
            <a:custGeom>
              <a:avLst/>
              <a:gdLst/>
              <a:ahLst/>
              <a:cxnLst/>
              <a:rect l="l" t="t" r="r" b="b"/>
              <a:pathLst>
                <a:path w="593879" h="988927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786963"/>
                  </a:lnTo>
                  <a:cubicBezTo>
                    <a:pt x="593879" y="898504"/>
                    <a:pt x="503457" y="988927"/>
                    <a:pt x="391915" y="988927"/>
                  </a:cubicBezTo>
                  <a:lnTo>
                    <a:pt x="201965" y="988927"/>
                  </a:lnTo>
                  <a:cubicBezTo>
                    <a:pt x="148400" y="988927"/>
                    <a:pt x="97030" y="967649"/>
                    <a:pt x="59154" y="929773"/>
                  </a:cubicBezTo>
                  <a:cubicBezTo>
                    <a:pt x="21278" y="891897"/>
                    <a:pt x="0" y="840527"/>
                    <a:pt x="0" y="786963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7"/>
              <a:stretch>
                <a:fillRect l="-16940" r="-16940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3836312" y="3556618"/>
            <a:ext cx="3833305" cy="6383215"/>
            <a:chOff x="0" y="0"/>
            <a:chExt cx="593879" cy="98892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3879" cy="988927"/>
            </a:xfrm>
            <a:custGeom>
              <a:avLst/>
              <a:gdLst/>
              <a:ahLst/>
              <a:cxnLst/>
              <a:rect l="l" t="t" r="r" b="b"/>
              <a:pathLst>
                <a:path w="593879" h="988927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786963"/>
                  </a:lnTo>
                  <a:cubicBezTo>
                    <a:pt x="593879" y="898504"/>
                    <a:pt x="503457" y="988927"/>
                    <a:pt x="391915" y="988927"/>
                  </a:cubicBezTo>
                  <a:lnTo>
                    <a:pt x="201965" y="988927"/>
                  </a:lnTo>
                  <a:cubicBezTo>
                    <a:pt x="148400" y="988927"/>
                    <a:pt x="97030" y="967649"/>
                    <a:pt x="59154" y="929773"/>
                  </a:cubicBezTo>
                  <a:cubicBezTo>
                    <a:pt x="21278" y="891897"/>
                    <a:pt x="0" y="840527"/>
                    <a:pt x="0" y="786963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7"/>
              <a:stretch>
                <a:fillRect l="-17750" r="-16131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3836312" y="8270717"/>
            <a:ext cx="3833305" cy="1700148"/>
            <a:chOff x="0" y="0"/>
            <a:chExt cx="1009595" cy="4477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09595" cy="447776"/>
            </a:xfrm>
            <a:custGeom>
              <a:avLst/>
              <a:gdLst/>
              <a:ahLst/>
              <a:cxnLst/>
              <a:rect l="l" t="t" r="r" b="b"/>
              <a:pathLst>
                <a:path w="1009595" h="447776">
                  <a:moveTo>
                    <a:pt x="84825" y="0"/>
                  </a:moveTo>
                  <a:lnTo>
                    <a:pt x="924770" y="0"/>
                  </a:lnTo>
                  <a:cubicBezTo>
                    <a:pt x="971617" y="0"/>
                    <a:pt x="1009595" y="37978"/>
                    <a:pt x="1009595" y="84825"/>
                  </a:cubicBezTo>
                  <a:lnTo>
                    <a:pt x="1009595" y="362950"/>
                  </a:lnTo>
                  <a:cubicBezTo>
                    <a:pt x="1009595" y="409798"/>
                    <a:pt x="971617" y="447776"/>
                    <a:pt x="924770" y="447776"/>
                  </a:cubicBezTo>
                  <a:lnTo>
                    <a:pt x="84825" y="447776"/>
                  </a:lnTo>
                  <a:cubicBezTo>
                    <a:pt x="37978" y="447776"/>
                    <a:pt x="0" y="409798"/>
                    <a:pt x="0" y="362950"/>
                  </a:cubicBezTo>
                  <a:lnTo>
                    <a:pt x="0" y="84825"/>
                  </a:lnTo>
                  <a:cubicBezTo>
                    <a:pt x="0" y="37978"/>
                    <a:pt x="37978" y="0"/>
                    <a:pt x="84825" y="0"/>
                  </a:cubicBezTo>
                  <a:close/>
                </a:path>
              </a:pathLst>
            </a:custGeom>
            <a:solidFill>
              <a:srgbClr val="886D59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09595" cy="485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Hrishikesh Kanu Bintu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Exam Roll: 220554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8363094" y="2177908"/>
            <a:ext cx="4906558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8660884" y="8239685"/>
            <a:ext cx="3833305" cy="1700148"/>
            <a:chOff x="0" y="0"/>
            <a:chExt cx="1009595" cy="4477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09595" cy="447776"/>
            </a:xfrm>
            <a:custGeom>
              <a:avLst/>
              <a:gdLst/>
              <a:ahLst/>
              <a:cxnLst/>
              <a:rect l="l" t="t" r="r" b="b"/>
              <a:pathLst>
                <a:path w="1009595" h="447776">
                  <a:moveTo>
                    <a:pt x="84825" y="0"/>
                  </a:moveTo>
                  <a:lnTo>
                    <a:pt x="924770" y="0"/>
                  </a:lnTo>
                  <a:cubicBezTo>
                    <a:pt x="971617" y="0"/>
                    <a:pt x="1009595" y="37978"/>
                    <a:pt x="1009595" y="84825"/>
                  </a:cubicBezTo>
                  <a:lnTo>
                    <a:pt x="1009595" y="362950"/>
                  </a:lnTo>
                  <a:cubicBezTo>
                    <a:pt x="1009595" y="409798"/>
                    <a:pt x="971617" y="447776"/>
                    <a:pt x="924770" y="447776"/>
                  </a:cubicBezTo>
                  <a:lnTo>
                    <a:pt x="84825" y="447776"/>
                  </a:lnTo>
                  <a:cubicBezTo>
                    <a:pt x="37978" y="447776"/>
                    <a:pt x="0" y="409798"/>
                    <a:pt x="0" y="362950"/>
                  </a:cubicBezTo>
                  <a:lnTo>
                    <a:pt x="0" y="84825"/>
                  </a:lnTo>
                  <a:cubicBezTo>
                    <a:pt x="0" y="37978"/>
                    <a:pt x="37978" y="0"/>
                    <a:pt x="84825" y="0"/>
                  </a:cubicBezTo>
                  <a:close/>
                </a:path>
              </a:pathLst>
            </a:custGeom>
            <a:solidFill>
              <a:srgbClr val="886D5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009595" cy="485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Jubayer Bishwas Shadin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Exam Roll: 220549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84154" y="8177622"/>
            <a:ext cx="3833305" cy="1700148"/>
            <a:chOff x="0" y="0"/>
            <a:chExt cx="1009595" cy="4477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09595" cy="447776"/>
            </a:xfrm>
            <a:custGeom>
              <a:avLst/>
              <a:gdLst/>
              <a:ahLst/>
              <a:cxnLst/>
              <a:rect l="l" t="t" r="r" b="b"/>
              <a:pathLst>
                <a:path w="1009595" h="447776">
                  <a:moveTo>
                    <a:pt x="84825" y="0"/>
                  </a:moveTo>
                  <a:lnTo>
                    <a:pt x="924770" y="0"/>
                  </a:lnTo>
                  <a:cubicBezTo>
                    <a:pt x="971617" y="0"/>
                    <a:pt x="1009595" y="37978"/>
                    <a:pt x="1009595" y="84825"/>
                  </a:cubicBezTo>
                  <a:lnTo>
                    <a:pt x="1009595" y="362950"/>
                  </a:lnTo>
                  <a:cubicBezTo>
                    <a:pt x="1009595" y="409798"/>
                    <a:pt x="971617" y="447776"/>
                    <a:pt x="924770" y="447776"/>
                  </a:cubicBezTo>
                  <a:lnTo>
                    <a:pt x="84825" y="447776"/>
                  </a:lnTo>
                  <a:cubicBezTo>
                    <a:pt x="37978" y="447776"/>
                    <a:pt x="0" y="409798"/>
                    <a:pt x="0" y="362950"/>
                  </a:cubicBezTo>
                  <a:lnTo>
                    <a:pt x="0" y="84825"/>
                  </a:lnTo>
                  <a:cubicBezTo>
                    <a:pt x="0" y="37978"/>
                    <a:pt x="37978" y="0"/>
                    <a:pt x="84825" y="0"/>
                  </a:cubicBezTo>
                  <a:close/>
                </a:path>
              </a:pathLst>
            </a:custGeom>
            <a:solidFill>
              <a:srgbClr val="886D59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09595" cy="485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 S M Mehedi Hassan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Exam Roll: 220545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979910" y="1038225"/>
            <a:ext cx="5175428" cy="1092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16"/>
              </a:lnSpc>
            </a:pPr>
            <a:r>
              <a:rPr lang="en-US" sz="7262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OUR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48346" y="-249641"/>
            <a:ext cx="10786283" cy="10786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368171">
            <a:off x="8138760" y="3002675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354291" y="-499283"/>
            <a:ext cx="10786283" cy="107862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354291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975348" y="3457545"/>
            <a:ext cx="11018406" cy="1119365"/>
            <a:chOff x="0" y="0"/>
            <a:chExt cx="2851951" cy="2897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51952" cy="289731"/>
            </a:xfrm>
            <a:custGeom>
              <a:avLst/>
              <a:gdLst/>
              <a:ahLst/>
              <a:cxnLst/>
              <a:rect l="l" t="t" r="r" b="b"/>
              <a:pathLst>
                <a:path w="2851952" h="289731">
                  <a:moveTo>
                    <a:pt x="21079" y="0"/>
                  </a:moveTo>
                  <a:lnTo>
                    <a:pt x="2830872" y="0"/>
                  </a:lnTo>
                  <a:cubicBezTo>
                    <a:pt x="2842514" y="0"/>
                    <a:pt x="2851952" y="9437"/>
                    <a:pt x="2851952" y="21079"/>
                  </a:cubicBezTo>
                  <a:lnTo>
                    <a:pt x="2851952" y="268652"/>
                  </a:lnTo>
                  <a:cubicBezTo>
                    <a:pt x="2851952" y="274243"/>
                    <a:pt x="2849731" y="279604"/>
                    <a:pt x="2845778" y="283557"/>
                  </a:cubicBezTo>
                  <a:cubicBezTo>
                    <a:pt x="2841825" y="287510"/>
                    <a:pt x="2836463" y="289731"/>
                    <a:pt x="2830872" y="289731"/>
                  </a:cubicBezTo>
                  <a:lnTo>
                    <a:pt x="21079" y="289731"/>
                  </a:lnTo>
                  <a:cubicBezTo>
                    <a:pt x="9437" y="289731"/>
                    <a:pt x="0" y="280294"/>
                    <a:pt x="0" y="268652"/>
                  </a:cubicBezTo>
                  <a:lnTo>
                    <a:pt x="0" y="21079"/>
                  </a:lnTo>
                  <a:cubicBezTo>
                    <a:pt x="0" y="15489"/>
                    <a:pt x="2221" y="10127"/>
                    <a:pt x="6174" y="6174"/>
                  </a:cubicBezTo>
                  <a:cubicBezTo>
                    <a:pt x="10127" y="2221"/>
                    <a:pt x="15489" y="0"/>
                    <a:pt x="21079" y="0"/>
                  </a:cubicBezTo>
                  <a:close/>
                </a:path>
              </a:pathLst>
            </a:custGeom>
            <a:solidFill>
              <a:srgbClr val="C4888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51951" cy="327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870227" y="1035200"/>
            <a:ext cx="8376827" cy="125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8"/>
              </a:lnSpc>
            </a:pPr>
            <a:r>
              <a:rPr lang="en-US" sz="7714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975348" y="4994063"/>
            <a:ext cx="11018406" cy="1119365"/>
            <a:chOff x="0" y="0"/>
            <a:chExt cx="2851951" cy="2897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51952" cy="289731"/>
            </a:xfrm>
            <a:custGeom>
              <a:avLst/>
              <a:gdLst/>
              <a:ahLst/>
              <a:cxnLst/>
              <a:rect l="l" t="t" r="r" b="b"/>
              <a:pathLst>
                <a:path w="2851952" h="289731">
                  <a:moveTo>
                    <a:pt x="21079" y="0"/>
                  </a:moveTo>
                  <a:lnTo>
                    <a:pt x="2830872" y="0"/>
                  </a:lnTo>
                  <a:cubicBezTo>
                    <a:pt x="2842514" y="0"/>
                    <a:pt x="2851952" y="9437"/>
                    <a:pt x="2851952" y="21079"/>
                  </a:cubicBezTo>
                  <a:lnTo>
                    <a:pt x="2851952" y="268652"/>
                  </a:lnTo>
                  <a:cubicBezTo>
                    <a:pt x="2851952" y="274243"/>
                    <a:pt x="2849731" y="279604"/>
                    <a:pt x="2845778" y="283557"/>
                  </a:cubicBezTo>
                  <a:cubicBezTo>
                    <a:pt x="2841825" y="287510"/>
                    <a:pt x="2836463" y="289731"/>
                    <a:pt x="2830872" y="289731"/>
                  </a:cubicBezTo>
                  <a:lnTo>
                    <a:pt x="21079" y="289731"/>
                  </a:lnTo>
                  <a:cubicBezTo>
                    <a:pt x="9437" y="289731"/>
                    <a:pt x="0" y="280294"/>
                    <a:pt x="0" y="268652"/>
                  </a:cubicBezTo>
                  <a:lnTo>
                    <a:pt x="0" y="21079"/>
                  </a:lnTo>
                  <a:cubicBezTo>
                    <a:pt x="0" y="15489"/>
                    <a:pt x="2221" y="10127"/>
                    <a:pt x="6174" y="6174"/>
                  </a:cubicBezTo>
                  <a:cubicBezTo>
                    <a:pt x="10127" y="2221"/>
                    <a:pt x="15489" y="0"/>
                    <a:pt x="21079" y="0"/>
                  </a:cubicBezTo>
                  <a:close/>
                </a:path>
              </a:pathLst>
            </a:custGeom>
            <a:solidFill>
              <a:srgbClr val="C4888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851951" cy="327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75348" y="6530186"/>
            <a:ext cx="11018406" cy="1119365"/>
            <a:chOff x="0" y="0"/>
            <a:chExt cx="2851951" cy="2897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851952" cy="289731"/>
            </a:xfrm>
            <a:custGeom>
              <a:avLst/>
              <a:gdLst/>
              <a:ahLst/>
              <a:cxnLst/>
              <a:rect l="l" t="t" r="r" b="b"/>
              <a:pathLst>
                <a:path w="2851952" h="289731">
                  <a:moveTo>
                    <a:pt x="21079" y="0"/>
                  </a:moveTo>
                  <a:lnTo>
                    <a:pt x="2830872" y="0"/>
                  </a:lnTo>
                  <a:cubicBezTo>
                    <a:pt x="2842514" y="0"/>
                    <a:pt x="2851952" y="9437"/>
                    <a:pt x="2851952" y="21079"/>
                  </a:cubicBezTo>
                  <a:lnTo>
                    <a:pt x="2851952" y="268652"/>
                  </a:lnTo>
                  <a:cubicBezTo>
                    <a:pt x="2851952" y="274243"/>
                    <a:pt x="2849731" y="279604"/>
                    <a:pt x="2845778" y="283557"/>
                  </a:cubicBezTo>
                  <a:cubicBezTo>
                    <a:pt x="2841825" y="287510"/>
                    <a:pt x="2836463" y="289731"/>
                    <a:pt x="2830872" y="289731"/>
                  </a:cubicBezTo>
                  <a:lnTo>
                    <a:pt x="21079" y="289731"/>
                  </a:lnTo>
                  <a:cubicBezTo>
                    <a:pt x="9437" y="289731"/>
                    <a:pt x="0" y="280294"/>
                    <a:pt x="0" y="268652"/>
                  </a:cubicBezTo>
                  <a:lnTo>
                    <a:pt x="0" y="21079"/>
                  </a:lnTo>
                  <a:cubicBezTo>
                    <a:pt x="0" y="15489"/>
                    <a:pt x="2221" y="10127"/>
                    <a:pt x="6174" y="6174"/>
                  </a:cubicBezTo>
                  <a:cubicBezTo>
                    <a:pt x="10127" y="2221"/>
                    <a:pt x="15489" y="0"/>
                    <a:pt x="21079" y="0"/>
                  </a:cubicBezTo>
                  <a:close/>
                </a:path>
              </a:pathLst>
            </a:custGeom>
            <a:solidFill>
              <a:srgbClr val="C4888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851951" cy="327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75348" y="8066309"/>
            <a:ext cx="11018406" cy="1119365"/>
            <a:chOff x="0" y="0"/>
            <a:chExt cx="2851951" cy="2897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51952" cy="289731"/>
            </a:xfrm>
            <a:custGeom>
              <a:avLst/>
              <a:gdLst/>
              <a:ahLst/>
              <a:cxnLst/>
              <a:rect l="l" t="t" r="r" b="b"/>
              <a:pathLst>
                <a:path w="2851952" h="289731">
                  <a:moveTo>
                    <a:pt x="21079" y="0"/>
                  </a:moveTo>
                  <a:lnTo>
                    <a:pt x="2830872" y="0"/>
                  </a:lnTo>
                  <a:cubicBezTo>
                    <a:pt x="2842514" y="0"/>
                    <a:pt x="2851952" y="9437"/>
                    <a:pt x="2851952" y="21079"/>
                  </a:cubicBezTo>
                  <a:lnTo>
                    <a:pt x="2851952" y="268652"/>
                  </a:lnTo>
                  <a:cubicBezTo>
                    <a:pt x="2851952" y="274243"/>
                    <a:pt x="2849731" y="279604"/>
                    <a:pt x="2845778" y="283557"/>
                  </a:cubicBezTo>
                  <a:cubicBezTo>
                    <a:pt x="2841825" y="287510"/>
                    <a:pt x="2836463" y="289731"/>
                    <a:pt x="2830872" y="289731"/>
                  </a:cubicBezTo>
                  <a:lnTo>
                    <a:pt x="21079" y="289731"/>
                  </a:lnTo>
                  <a:cubicBezTo>
                    <a:pt x="9437" y="289731"/>
                    <a:pt x="0" y="280294"/>
                    <a:pt x="0" y="268652"/>
                  </a:cubicBezTo>
                  <a:lnTo>
                    <a:pt x="0" y="21079"/>
                  </a:lnTo>
                  <a:cubicBezTo>
                    <a:pt x="0" y="15489"/>
                    <a:pt x="2221" y="10127"/>
                    <a:pt x="6174" y="6174"/>
                  </a:cubicBezTo>
                  <a:cubicBezTo>
                    <a:pt x="10127" y="2221"/>
                    <a:pt x="15489" y="0"/>
                    <a:pt x="21079" y="0"/>
                  </a:cubicBezTo>
                  <a:close/>
                </a:path>
              </a:pathLst>
            </a:custGeom>
            <a:solidFill>
              <a:srgbClr val="C48882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851951" cy="327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232427" y="3761067"/>
            <a:ext cx="12725128" cy="45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3"/>
              </a:lnSpc>
              <a:spcBef>
                <a:spcPct val="0"/>
              </a:spcBef>
            </a:pPr>
            <a:r>
              <a:rPr lang="en-US" sz="2645" b="1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Indoor navigation is difficult where GPS signals are unavailable.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12429" y="5326783"/>
            <a:ext cx="12725128" cy="45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3"/>
              </a:lnSpc>
              <a:spcBef>
                <a:spcPct val="0"/>
              </a:spcBef>
            </a:pPr>
            <a:r>
              <a:rPr lang="en-US" sz="2645" b="1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WiFi RSSI can estimate indoor user location.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1926" y="6833708"/>
            <a:ext cx="12725128" cy="45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3"/>
              </a:lnSpc>
              <a:spcBef>
                <a:spcPct val="0"/>
              </a:spcBef>
            </a:pPr>
            <a:r>
              <a:rPr lang="en-US" sz="2645" b="1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system provides offline indoor position detection.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18583" y="8369831"/>
            <a:ext cx="12725128" cy="45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3"/>
              </a:lnSpc>
              <a:spcBef>
                <a:spcPct val="0"/>
              </a:spcBef>
            </a:pPr>
            <a:r>
              <a:rPr lang="en-US" sz="2645" b="1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Designed for educational and institutional environments.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8870227" y="2333595"/>
            <a:ext cx="8242365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Freeform 29"/>
          <p:cNvSpPr/>
          <p:nvPr/>
        </p:nvSpPr>
        <p:spPr>
          <a:xfrm>
            <a:off x="-807781" y="5423402"/>
            <a:ext cx="5622193" cy="4988419"/>
          </a:xfrm>
          <a:custGeom>
            <a:avLst/>
            <a:gdLst/>
            <a:ahLst/>
            <a:cxnLst/>
            <a:rect l="l" t="t" r="r" b="b"/>
            <a:pathLst>
              <a:path w="5622193" h="4988419">
                <a:moveTo>
                  <a:pt x="0" y="0"/>
                </a:moveTo>
                <a:lnTo>
                  <a:pt x="5622193" y="0"/>
                </a:lnTo>
                <a:lnTo>
                  <a:pt x="5622193" y="4988419"/>
                </a:lnTo>
                <a:lnTo>
                  <a:pt x="0" y="4988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1559" y="5143500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57741" y="-7145674"/>
            <a:ext cx="9460517" cy="94605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368171">
            <a:off x="9756386" y="3847826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81485" y="-1450422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10945" y="3185518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475474" y="8294851"/>
            <a:ext cx="7610227" cy="6752346"/>
          </a:xfrm>
          <a:custGeom>
            <a:avLst/>
            <a:gdLst/>
            <a:ahLst/>
            <a:cxnLst/>
            <a:rect l="l" t="t" r="r" b="b"/>
            <a:pathLst>
              <a:path w="7610227" h="6752346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0165856">
            <a:off x="2662051" y="-2415415"/>
            <a:ext cx="5680119" cy="5039815"/>
          </a:xfrm>
          <a:custGeom>
            <a:avLst/>
            <a:gdLst/>
            <a:ahLst/>
            <a:cxnLst/>
            <a:rect l="l" t="t" r="r" b="b"/>
            <a:pathLst>
              <a:path w="5680119" h="5039815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633133" y="3286422"/>
            <a:ext cx="1266807" cy="919927"/>
            <a:chOff x="0" y="0"/>
            <a:chExt cx="1119286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19286" cy="812800"/>
            </a:xfrm>
            <a:custGeom>
              <a:avLst/>
              <a:gdLst/>
              <a:ahLst/>
              <a:cxnLst/>
              <a:rect l="l" t="t" r="r" b="b"/>
              <a:pathLst>
                <a:path w="1119286" h="812800">
                  <a:moveTo>
                    <a:pt x="559643" y="0"/>
                  </a:moveTo>
                  <a:cubicBezTo>
                    <a:pt x="250561" y="0"/>
                    <a:pt x="0" y="181951"/>
                    <a:pt x="0" y="406400"/>
                  </a:cubicBezTo>
                  <a:cubicBezTo>
                    <a:pt x="0" y="630849"/>
                    <a:pt x="250561" y="812800"/>
                    <a:pt x="559643" y="812800"/>
                  </a:cubicBezTo>
                  <a:cubicBezTo>
                    <a:pt x="868725" y="812800"/>
                    <a:pt x="1119286" y="630849"/>
                    <a:pt x="1119286" y="406400"/>
                  </a:cubicBezTo>
                  <a:cubicBezTo>
                    <a:pt x="1119286" y="181951"/>
                    <a:pt x="868725" y="0"/>
                    <a:pt x="55964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04933" y="-28575"/>
              <a:ext cx="90942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252715" y="1185883"/>
            <a:ext cx="8376827" cy="125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8"/>
              </a:lnSpc>
            </a:pPr>
            <a:r>
              <a:rPr lang="en-US" sz="7714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633133" y="4757471"/>
            <a:ext cx="1266807" cy="919927"/>
            <a:chOff x="0" y="0"/>
            <a:chExt cx="1119286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19286" cy="812800"/>
            </a:xfrm>
            <a:custGeom>
              <a:avLst/>
              <a:gdLst/>
              <a:ahLst/>
              <a:cxnLst/>
              <a:rect l="l" t="t" r="r" b="b"/>
              <a:pathLst>
                <a:path w="1119286" h="812800">
                  <a:moveTo>
                    <a:pt x="559643" y="0"/>
                  </a:moveTo>
                  <a:cubicBezTo>
                    <a:pt x="250561" y="0"/>
                    <a:pt x="0" y="181951"/>
                    <a:pt x="0" y="406400"/>
                  </a:cubicBezTo>
                  <a:cubicBezTo>
                    <a:pt x="0" y="630849"/>
                    <a:pt x="250561" y="812800"/>
                    <a:pt x="559643" y="812800"/>
                  </a:cubicBezTo>
                  <a:cubicBezTo>
                    <a:pt x="868725" y="812800"/>
                    <a:pt x="1119286" y="630849"/>
                    <a:pt x="1119286" y="406400"/>
                  </a:cubicBezTo>
                  <a:cubicBezTo>
                    <a:pt x="1119286" y="181951"/>
                    <a:pt x="868725" y="0"/>
                    <a:pt x="55964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4933" y="-28575"/>
              <a:ext cx="90942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53532" y="6232129"/>
            <a:ext cx="1266807" cy="919927"/>
            <a:chOff x="0" y="0"/>
            <a:chExt cx="1119286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19286" cy="812800"/>
            </a:xfrm>
            <a:custGeom>
              <a:avLst/>
              <a:gdLst/>
              <a:ahLst/>
              <a:cxnLst/>
              <a:rect l="l" t="t" r="r" b="b"/>
              <a:pathLst>
                <a:path w="1119286" h="812800">
                  <a:moveTo>
                    <a:pt x="559643" y="0"/>
                  </a:moveTo>
                  <a:cubicBezTo>
                    <a:pt x="250561" y="0"/>
                    <a:pt x="0" y="181951"/>
                    <a:pt x="0" y="406400"/>
                  </a:cubicBezTo>
                  <a:cubicBezTo>
                    <a:pt x="0" y="630849"/>
                    <a:pt x="250561" y="812800"/>
                    <a:pt x="559643" y="812800"/>
                  </a:cubicBezTo>
                  <a:cubicBezTo>
                    <a:pt x="868725" y="812800"/>
                    <a:pt x="1119286" y="630849"/>
                    <a:pt x="1119286" y="406400"/>
                  </a:cubicBezTo>
                  <a:cubicBezTo>
                    <a:pt x="1119286" y="181951"/>
                    <a:pt x="868725" y="0"/>
                    <a:pt x="55964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4933" y="-28575"/>
              <a:ext cx="90942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53532" y="7703177"/>
            <a:ext cx="1266807" cy="919927"/>
            <a:chOff x="0" y="0"/>
            <a:chExt cx="1119286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19286" cy="812800"/>
            </a:xfrm>
            <a:custGeom>
              <a:avLst/>
              <a:gdLst/>
              <a:ahLst/>
              <a:cxnLst/>
              <a:rect l="l" t="t" r="r" b="b"/>
              <a:pathLst>
                <a:path w="1119286" h="812800">
                  <a:moveTo>
                    <a:pt x="559643" y="0"/>
                  </a:moveTo>
                  <a:cubicBezTo>
                    <a:pt x="250561" y="0"/>
                    <a:pt x="0" y="181951"/>
                    <a:pt x="0" y="406400"/>
                  </a:cubicBezTo>
                  <a:cubicBezTo>
                    <a:pt x="0" y="630849"/>
                    <a:pt x="250561" y="812800"/>
                    <a:pt x="559643" y="812800"/>
                  </a:cubicBezTo>
                  <a:cubicBezTo>
                    <a:pt x="868725" y="812800"/>
                    <a:pt x="1119286" y="630849"/>
                    <a:pt x="1119286" y="406400"/>
                  </a:cubicBezTo>
                  <a:cubicBezTo>
                    <a:pt x="1119286" y="181951"/>
                    <a:pt x="868725" y="0"/>
                    <a:pt x="55964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04933" y="-28575"/>
              <a:ext cx="90942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378862" y="3422597"/>
            <a:ext cx="11362460" cy="63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  <a:spcBef>
                <a:spcPct val="0"/>
              </a:spcBef>
            </a:pPr>
            <a:r>
              <a:rPr lang="en-US" sz="3345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Detect indoor location using WiFi signals.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75850" y="4826438"/>
            <a:ext cx="11362460" cy="63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  <a:spcBef>
                <a:spcPct val="0"/>
              </a:spcBef>
            </a:pPr>
            <a:r>
              <a:rPr lang="en-US" sz="3345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Estimate user position without GPS.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87653" y="6317965"/>
            <a:ext cx="11362460" cy="63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  <a:spcBef>
                <a:spcPct val="0"/>
              </a:spcBef>
            </a:pPr>
            <a:r>
              <a:rPr lang="en-US" sz="3345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Display real-time signal information.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38711" y="7830424"/>
            <a:ext cx="11362460" cy="63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  <a:spcBef>
                <a:spcPct val="0"/>
              </a:spcBef>
            </a:pPr>
            <a:r>
              <a:rPr lang="en-US" sz="3345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Provide an easy-to-use Android application.</a:t>
            </a:r>
          </a:p>
        </p:txBody>
      </p:sp>
      <p:sp>
        <p:nvSpPr>
          <p:cNvPr id="30" name="AutoShape 30"/>
          <p:cNvSpPr/>
          <p:nvPr/>
        </p:nvSpPr>
        <p:spPr>
          <a:xfrm>
            <a:off x="9016935" y="2362468"/>
            <a:ext cx="7109980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30075" y="-798034"/>
            <a:ext cx="11261636" cy="8558844"/>
          </a:xfrm>
          <a:custGeom>
            <a:avLst/>
            <a:gdLst/>
            <a:ahLst/>
            <a:cxnLst/>
            <a:rect l="l" t="t" r="r" b="b"/>
            <a:pathLst>
              <a:path w="11261636" h="8558844">
                <a:moveTo>
                  <a:pt x="0" y="0"/>
                </a:moveTo>
                <a:lnTo>
                  <a:pt x="11261636" y="0"/>
                </a:lnTo>
                <a:lnTo>
                  <a:pt x="11261636" y="8558844"/>
                </a:lnTo>
                <a:lnTo>
                  <a:pt x="0" y="8558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4244" y="6861499"/>
            <a:ext cx="18536489" cy="4179136"/>
          </a:xfrm>
          <a:custGeom>
            <a:avLst/>
            <a:gdLst/>
            <a:ahLst/>
            <a:cxnLst/>
            <a:rect l="l" t="t" r="r" b="b"/>
            <a:pathLst>
              <a:path w="18536489" h="4179136">
                <a:moveTo>
                  <a:pt x="0" y="0"/>
                </a:moveTo>
                <a:lnTo>
                  <a:pt x="18536488" y="0"/>
                </a:lnTo>
                <a:lnTo>
                  <a:pt x="18536488" y="4179135"/>
                </a:lnTo>
                <a:lnTo>
                  <a:pt x="0" y="4179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58975" y="8877106"/>
            <a:ext cx="798692" cy="762387"/>
          </a:xfrm>
          <a:custGeom>
            <a:avLst/>
            <a:gdLst/>
            <a:ahLst/>
            <a:cxnLst/>
            <a:rect l="l" t="t" r="r" b="b"/>
            <a:pathLst>
              <a:path w="798692" h="762387">
                <a:moveTo>
                  <a:pt x="0" y="0"/>
                </a:moveTo>
                <a:lnTo>
                  <a:pt x="798692" y="0"/>
                </a:lnTo>
                <a:lnTo>
                  <a:pt x="798692" y="762388"/>
                </a:lnTo>
                <a:lnTo>
                  <a:pt x="0" y="762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730333" y="8877106"/>
            <a:ext cx="798692" cy="762387"/>
          </a:xfrm>
          <a:custGeom>
            <a:avLst/>
            <a:gdLst/>
            <a:ahLst/>
            <a:cxnLst/>
            <a:rect l="l" t="t" r="r" b="b"/>
            <a:pathLst>
              <a:path w="798692" h="762387">
                <a:moveTo>
                  <a:pt x="0" y="0"/>
                </a:moveTo>
                <a:lnTo>
                  <a:pt x="798692" y="0"/>
                </a:lnTo>
                <a:lnTo>
                  <a:pt x="798692" y="762388"/>
                </a:lnTo>
                <a:lnTo>
                  <a:pt x="0" y="762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7779364" y="2406699"/>
            <a:ext cx="9901938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639563" y="3334242"/>
            <a:ext cx="7802448" cy="1846519"/>
          </a:xfrm>
          <a:custGeom>
            <a:avLst/>
            <a:gdLst/>
            <a:ahLst/>
            <a:cxnLst/>
            <a:rect l="l" t="t" r="r" b="b"/>
            <a:pathLst>
              <a:path w="7802448" h="1846519">
                <a:moveTo>
                  <a:pt x="0" y="0"/>
                </a:moveTo>
                <a:lnTo>
                  <a:pt x="7802448" y="0"/>
                </a:lnTo>
                <a:lnTo>
                  <a:pt x="7802448" y="1846519"/>
                </a:lnTo>
                <a:lnTo>
                  <a:pt x="0" y="1846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29" t="-2614" r="-272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917114" y="3309034"/>
            <a:ext cx="7802448" cy="1871727"/>
          </a:xfrm>
          <a:custGeom>
            <a:avLst/>
            <a:gdLst/>
            <a:ahLst/>
            <a:cxnLst/>
            <a:rect l="l" t="t" r="r" b="b"/>
            <a:pathLst>
              <a:path w="7802448" h="1871727">
                <a:moveTo>
                  <a:pt x="0" y="0"/>
                </a:moveTo>
                <a:lnTo>
                  <a:pt x="7802448" y="0"/>
                </a:lnTo>
                <a:lnTo>
                  <a:pt x="7802448" y="1871727"/>
                </a:lnTo>
                <a:lnTo>
                  <a:pt x="0" y="1871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22" r="-58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9563" y="5507885"/>
            <a:ext cx="7802448" cy="1846519"/>
          </a:xfrm>
          <a:custGeom>
            <a:avLst/>
            <a:gdLst/>
            <a:ahLst/>
            <a:cxnLst/>
            <a:rect l="l" t="t" r="r" b="b"/>
            <a:pathLst>
              <a:path w="7802448" h="1846519">
                <a:moveTo>
                  <a:pt x="0" y="0"/>
                </a:moveTo>
                <a:lnTo>
                  <a:pt x="7802448" y="0"/>
                </a:lnTo>
                <a:lnTo>
                  <a:pt x="7802448" y="1846519"/>
                </a:lnTo>
                <a:lnTo>
                  <a:pt x="0" y="1846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627" b="-2569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948665" y="5507885"/>
            <a:ext cx="7802448" cy="1846519"/>
          </a:xfrm>
          <a:custGeom>
            <a:avLst/>
            <a:gdLst/>
            <a:ahLst/>
            <a:cxnLst/>
            <a:rect l="l" t="t" r="r" b="b"/>
            <a:pathLst>
              <a:path w="7802448" h="1846519">
                <a:moveTo>
                  <a:pt x="0" y="0"/>
                </a:moveTo>
                <a:lnTo>
                  <a:pt x="7802448" y="0"/>
                </a:lnTo>
                <a:lnTo>
                  <a:pt x="7802448" y="1846519"/>
                </a:lnTo>
                <a:lnTo>
                  <a:pt x="0" y="18465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907" t="-3131" b="-441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99545" y="7691789"/>
            <a:ext cx="7901534" cy="1852261"/>
          </a:xfrm>
          <a:custGeom>
            <a:avLst/>
            <a:gdLst/>
            <a:ahLst/>
            <a:cxnLst/>
            <a:rect l="l" t="t" r="r" b="b"/>
            <a:pathLst>
              <a:path w="7901534" h="1852261">
                <a:moveTo>
                  <a:pt x="0" y="0"/>
                </a:moveTo>
                <a:lnTo>
                  <a:pt x="7901534" y="0"/>
                </a:lnTo>
                <a:lnTo>
                  <a:pt x="7901534" y="1852261"/>
                </a:lnTo>
                <a:lnTo>
                  <a:pt x="0" y="18522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60" t="-3905" r="-5177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917114" y="7682264"/>
            <a:ext cx="7802448" cy="1846519"/>
          </a:xfrm>
          <a:custGeom>
            <a:avLst/>
            <a:gdLst/>
            <a:ahLst/>
            <a:cxnLst/>
            <a:rect l="l" t="t" r="r" b="b"/>
            <a:pathLst>
              <a:path w="7802448" h="1846519">
                <a:moveTo>
                  <a:pt x="0" y="0"/>
                </a:moveTo>
                <a:lnTo>
                  <a:pt x="7802448" y="0"/>
                </a:lnTo>
                <a:lnTo>
                  <a:pt x="7802448" y="1846520"/>
                </a:lnTo>
                <a:lnTo>
                  <a:pt x="0" y="18465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440" t="-3790" r="-610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819085" y="1165454"/>
            <a:ext cx="10746981" cy="125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8"/>
              </a:lnSpc>
            </a:pPr>
            <a:r>
              <a:rPr lang="en-US" sz="7714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SYSTEM 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78565" y="-830978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9" y="0"/>
                </a:lnTo>
                <a:lnTo>
                  <a:pt x="6435169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252387" y="5143500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8" y="0"/>
                </a:lnTo>
                <a:lnTo>
                  <a:pt x="6435168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598391" y="423218"/>
            <a:ext cx="9090407" cy="92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USED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032468" y="6980454"/>
            <a:ext cx="9048970" cy="1201702"/>
            <a:chOff x="0" y="0"/>
            <a:chExt cx="2383268" cy="3164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3268" cy="316498"/>
            </a:xfrm>
            <a:custGeom>
              <a:avLst/>
              <a:gdLst/>
              <a:ahLst/>
              <a:cxnLst/>
              <a:rect l="l" t="t" r="r" b="b"/>
              <a:pathLst>
                <a:path w="2383268" h="316498">
                  <a:moveTo>
                    <a:pt x="2180068" y="0"/>
                  </a:moveTo>
                  <a:lnTo>
                    <a:pt x="0" y="0"/>
                  </a:lnTo>
                  <a:lnTo>
                    <a:pt x="0" y="316498"/>
                  </a:lnTo>
                  <a:lnTo>
                    <a:pt x="2180068" y="316498"/>
                  </a:lnTo>
                  <a:lnTo>
                    <a:pt x="2383268" y="158249"/>
                  </a:lnTo>
                  <a:lnTo>
                    <a:pt x="2180068" y="0"/>
                  </a:lnTo>
                  <a:close/>
                </a:path>
              </a:pathLst>
            </a:custGeom>
            <a:solidFill>
              <a:srgbClr val="6E8BB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68968" cy="3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32468" y="8657449"/>
            <a:ext cx="9048970" cy="1201702"/>
            <a:chOff x="0" y="0"/>
            <a:chExt cx="2383268" cy="3164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3268" cy="316498"/>
            </a:xfrm>
            <a:custGeom>
              <a:avLst/>
              <a:gdLst/>
              <a:ahLst/>
              <a:cxnLst/>
              <a:rect l="l" t="t" r="r" b="b"/>
              <a:pathLst>
                <a:path w="2383268" h="316498">
                  <a:moveTo>
                    <a:pt x="2180068" y="0"/>
                  </a:moveTo>
                  <a:lnTo>
                    <a:pt x="0" y="0"/>
                  </a:lnTo>
                  <a:lnTo>
                    <a:pt x="0" y="316498"/>
                  </a:lnTo>
                  <a:lnTo>
                    <a:pt x="2180068" y="316498"/>
                  </a:lnTo>
                  <a:lnTo>
                    <a:pt x="2383268" y="158249"/>
                  </a:lnTo>
                  <a:lnTo>
                    <a:pt x="2180068" y="0"/>
                  </a:lnTo>
                  <a:close/>
                </a:path>
              </a:pathLst>
            </a:custGeom>
            <a:solidFill>
              <a:srgbClr val="6E8BB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68968" cy="3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073906" y="3530257"/>
            <a:ext cx="9048970" cy="1201702"/>
            <a:chOff x="0" y="0"/>
            <a:chExt cx="2383268" cy="3164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83268" cy="316498"/>
            </a:xfrm>
            <a:custGeom>
              <a:avLst/>
              <a:gdLst/>
              <a:ahLst/>
              <a:cxnLst/>
              <a:rect l="l" t="t" r="r" b="b"/>
              <a:pathLst>
                <a:path w="2383268" h="316498">
                  <a:moveTo>
                    <a:pt x="2180068" y="0"/>
                  </a:moveTo>
                  <a:lnTo>
                    <a:pt x="0" y="0"/>
                  </a:lnTo>
                  <a:lnTo>
                    <a:pt x="0" y="316498"/>
                  </a:lnTo>
                  <a:lnTo>
                    <a:pt x="2180068" y="316498"/>
                  </a:lnTo>
                  <a:lnTo>
                    <a:pt x="2383268" y="158249"/>
                  </a:lnTo>
                  <a:lnTo>
                    <a:pt x="2180068" y="0"/>
                  </a:lnTo>
                  <a:close/>
                </a:path>
              </a:pathLst>
            </a:custGeom>
            <a:solidFill>
              <a:srgbClr val="6E8BB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68968" cy="3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73906" y="5322509"/>
            <a:ext cx="9048970" cy="1201702"/>
            <a:chOff x="0" y="0"/>
            <a:chExt cx="2383268" cy="3164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3268" cy="316498"/>
            </a:xfrm>
            <a:custGeom>
              <a:avLst/>
              <a:gdLst/>
              <a:ahLst/>
              <a:cxnLst/>
              <a:rect l="l" t="t" r="r" b="b"/>
              <a:pathLst>
                <a:path w="2383268" h="316498">
                  <a:moveTo>
                    <a:pt x="2180068" y="0"/>
                  </a:moveTo>
                  <a:lnTo>
                    <a:pt x="0" y="0"/>
                  </a:lnTo>
                  <a:lnTo>
                    <a:pt x="0" y="316498"/>
                  </a:lnTo>
                  <a:lnTo>
                    <a:pt x="2180068" y="316498"/>
                  </a:lnTo>
                  <a:lnTo>
                    <a:pt x="2383268" y="158249"/>
                  </a:lnTo>
                  <a:lnTo>
                    <a:pt x="2180068" y="0"/>
                  </a:lnTo>
                  <a:close/>
                </a:path>
              </a:pathLst>
            </a:custGeom>
            <a:solidFill>
              <a:srgbClr val="6E8BB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68968" cy="3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73906" y="1736621"/>
            <a:ext cx="9048970" cy="1201702"/>
            <a:chOff x="0" y="0"/>
            <a:chExt cx="2383268" cy="3164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83268" cy="316498"/>
            </a:xfrm>
            <a:custGeom>
              <a:avLst/>
              <a:gdLst/>
              <a:ahLst/>
              <a:cxnLst/>
              <a:rect l="l" t="t" r="r" b="b"/>
              <a:pathLst>
                <a:path w="2383268" h="316498">
                  <a:moveTo>
                    <a:pt x="2180068" y="0"/>
                  </a:moveTo>
                  <a:lnTo>
                    <a:pt x="0" y="0"/>
                  </a:lnTo>
                  <a:lnTo>
                    <a:pt x="0" y="316498"/>
                  </a:lnTo>
                  <a:lnTo>
                    <a:pt x="2180068" y="316498"/>
                  </a:lnTo>
                  <a:lnTo>
                    <a:pt x="2383268" y="158249"/>
                  </a:lnTo>
                  <a:lnTo>
                    <a:pt x="2180068" y="0"/>
                  </a:lnTo>
                  <a:close/>
                </a:path>
              </a:pathLst>
            </a:custGeom>
            <a:solidFill>
              <a:srgbClr val="6E8BB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268968" cy="3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9144000" y="1346096"/>
            <a:ext cx="8242365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2594558" y="1736621"/>
            <a:ext cx="1201702" cy="1201702"/>
          </a:xfrm>
          <a:custGeom>
            <a:avLst/>
            <a:gdLst/>
            <a:ahLst/>
            <a:cxnLst/>
            <a:rect l="l" t="t" r="r" b="b"/>
            <a:pathLst>
              <a:path w="1201702" h="1201702">
                <a:moveTo>
                  <a:pt x="0" y="0"/>
                </a:moveTo>
                <a:lnTo>
                  <a:pt x="1201701" y="0"/>
                </a:lnTo>
                <a:lnTo>
                  <a:pt x="1201701" y="1201701"/>
                </a:lnTo>
                <a:lnTo>
                  <a:pt x="0" y="1201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2594558" y="3530257"/>
            <a:ext cx="1201702" cy="1201702"/>
          </a:xfrm>
          <a:custGeom>
            <a:avLst/>
            <a:gdLst/>
            <a:ahLst/>
            <a:cxnLst/>
            <a:rect l="l" t="t" r="r" b="b"/>
            <a:pathLst>
              <a:path w="1201702" h="1201702">
                <a:moveTo>
                  <a:pt x="0" y="0"/>
                </a:moveTo>
                <a:lnTo>
                  <a:pt x="1201701" y="0"/>
                </a:lnTo>
                <a:lnTo>
                  <a:pt x="1201701" y="1201702"/>
                </a:lnTo>
                <a:lnTo>
                  <a:pt x="0" y="1201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16" r="-3033" b="-1516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474917" y="5322509"/>
            <a:ext cx="1321342" cy="1201702"/>
          </a:xfrm>
          <a:custGeom>
            <a:avLst/>
            <a:gdLst/>
            <a:ahLst/>
            <a:cxnLst/>
            <a:rect l="l" t="t" r="r" b="b"/>
            <a:pathLst>
              <a:path w="1321342" h="1201702">
                <a:moveTo>
                  <a:pt x="0" y="0"/>
                </a:moveTo>
                <a:lnTo>
                  <a:pt x="1321342" y="0"/>
                </a:lnTo>
                <a:lnTo>
                  <a:pt x="1321342" y="1201701"/>
                </a:lnTo>
                <a:lnTo>
                  <a:pt x="0" y="12017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977" b="-4977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474917" y="6980454"/>
            <a:ext cx="1276808" cy="1201702"/>
          </a:xfrm>
          <a:custGeom>
            <a:avLst/>
            <a:gdLst/>
            <a:ahLst/>
            <a:cxnLst/>
            <a:rect l="l" t="t" r="r" b="b"/>
            <a:pathLst>
              <a:path w="1276808" h="1201702">
                <a:moveTo>
                  <a:pt x="0" y="0"/>
                </a:moveTo>
                <a:lnTo>
                  <a:pt x="1276808" y="0"/>
                </a:lnTo>
                <a:lnTo>
                  <a:pt x="1276808" y="1201701"/>
                </a:lnTo>
                <a:lnTo>
                  <a:pt x="0" y="12017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307" r="-1865" b="-6307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2474917" y="8657449"/>
            <a:ext cx="1276808" cy="1201702"/>
          </a:xfrm>
          <a:custGeom>
            <a:avLst/>
            <a:gdLst/>
            <a:ahLst/>
            <a:cxnLst/>
            <a:rect l="l" t="t" r="r" b="b"/>
            <a:pathLst>
              <a:path w="1276808" h="1201702">
                <a:moveTo>
                  <a:pt x="0" y="0"/>
                </a:moveTo>
                <a:lnTo>
                  <a:pt x="1276808" y="0"/>
                </a:lnTo>
                <a:lnTo>
                  <a:pt x="1276808" y="1201702"/>
                </a:lnTo>
                <a:lnTo>
                  <a:pt x="0" y="1201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796259" y="2019536"/>
            <a:ext cx="7512902" cy="57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1"/>
              </a:lnSpc>
              <a:spcBef>
                <a:spcPct val="0"/>
              </a:spcBef>
            </a:pPr>
            <a:r>
              <a:rPr lang="en-US" sz="3465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Kotlin Programming Language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23946" y="8908396"/>
            <a:ext cx="7512902" cy="57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1"/>
              </a:lnSpc>
              <a:spcBef>
                <a:spcPct val="0"/>
              </a:spcBef>
            </a:pPr>
            <a:r>
              <a:rPr lang="en-US" sz="3465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Canvas-based Custom Views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94558" y="5605423"/>
            <a:ext cx="7512902" cy="57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1"/>
              </a:lnSpc>
              <a:spcBef>
                <a:spcPct val="0"/>
              </a:spcBef>
            </a:pPr>
            <a:r>
              <a:rPr lang="en-US" sz="3465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XML User Interface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37749" y="7331587"/>
            <a:ext cx="7512902" cy="57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1"/>
              </a:lnSpc>
              <a:spcBef>
                <a:spcPct val="0"/>
              </a:spcBef>
            </a:pPr>
            <a:r>
              <a:rPr lang="en-US" sz="3465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WiFi RSSI Technology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71162" y="3724611"/>
            <a:ext cx="6038897" cy="57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1"/>
              </a:lnSpc>
              <a:spcBef>
                <a:spcPct val="0"/>
              </a:spcBef>
            </a:pPr>
            <a:r>
              <a:rPr lang="en-US" sz="3465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Android Studio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84300" y="-5129608"/>
            <a:ext cx="7034408" cy="703440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33773" y="9062399"/>
            <a:ext cx="5143500" cy="51435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>
            <a:off x="-4239621" y="4041458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194118" y="-1612404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184300" y="7883197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698954" y="376600"/>
            <a:ext cx="4900795" cy="9705250"/>
          </a:xfrm>
          <a:custGeom>
            <a:avLst/>
            <a:gdLst/>
            <a:ahLst/>
            <a:cxnLst/>
            <a:rect l="l" t="t" r="r" b="b"/>
            <a:pathLst>
              <a:path w="4900795" h="9705250">
                <a:moveTo>
                  <a:pt x="0" y="0"/>
                </a:moveTo>
                <a:lnTo>
                  <a:pt x="4900795" y="0"/>
                </a:lnTo>
                <a:lnTo>
                  <a:pt x="4900795" y="9705250"/>
                </a:lnTo>
                <a:lnTo>
                  <a:pt x="0" y="970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79" r="-366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318952" y="481214"/>
            <a:ext cx="6761187" cy="176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sz="6061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FLOWCHART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9733602" y="2432204"/>
            <a:ext cx="8242365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978565" y="-830978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9" y="0"/>
                </a:lnTo>
                <a:lnTo>
                  <a:pt x="6435169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252387" y="5143500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8" y="0"/>
                </a:lnTo>
                <a:lnTo>
                  <a:pt x="6435168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354042" y="1887187"/>
            <a:ext cx="8644707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028700" y="2371046"/>
            <a:ext cx="4163202" cy="7609409"/>
          </a:xfrm>
          <a:custGeom>
            <a:avLst/>
            <a:gdLst/>
            <a:ahLst/>
            <a:cxnLst/>
            <a:rect l="l" t="t" r="r" b="b"/>
            <a:pathLst>
              <a:path w="4163202" h="7609409">
                <a:moveTo>
                  <a:pt x="0" y="0"/>
                </a:moveTo>
                <a:lnTo>
                  <a:pt x="4163202" y="0"/>
                </a:lnTo>
                <a:lnTo>
                  <a:pt x="4163202" y="7609409"/>
                </a:lnTo>
                <a:lnTo>
                  <a:pt x="0" y="7609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485732" y="3055306"/>
            <a:ext cx="8715591" cy="1105876"/>
            <a:chOff x="0" y="0"/>
            <a:chExt cx="1793331" cy="2275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93331" cy="227546"/>
            </a:xfrm>
            <a:custGeom>
              <a:avLst/>
              <a:gdLst/>
              <a:ahLst/>
              <a:cxnLst/>
              <a:rect l="l" t="t" r="r" b="b"/>
              <a:pathLst>
                <a:path w="1793331" h="227546">
                  <a:moveTo>
                    <a:pt x="17349" y="0"/>
                  </a:moveTo>
                  <a:lnTo>
                    <a:pt x="1775982" y="0"/>
                  </a:lnTo>
                  <a:cubicBezTo>
                    <a:pt x="1780583" y="0"/>
                    <a:pt x="1784996" y="1828"/>
                    <a:pt x="1788250" y="5081"/>
                  </a:cubicBezTo>
                  <a:cubicBezTo>
                    <a:pt x="1791504" y="8335"/>
                    <a:pt x="1793331" y="12748"/>
                    <a:pt x="1793331" y="17349"/>
                  </a:cubicBezTo>
                  <a:lnTo>
                    <a:pt x="1793331" y="210197"/>
                  </a:lnTo>
                  <a:cubicBezTo>
                    <a:pt x="1793331" y="214798"/>
                    <a:pt x="1791504" y="219211"/>
                    <a:pt x="1788250" y="222465"/>
                  </a:cubicBezTo>
                  <a:cubicBezTo>
                    <a:pt x="1784996" y="225719"/>
                    <a:pt x="1780583" y="227546"/>
                    <a:pt x="1775982" y="227546"/>
                  </a:cubicBezTo>
                  <a:lnTo>
                    <a:pt x="17349" y="227546"/>
                  </a:lnTo>
                  <a:cubicBezTo>
                    <a:pt x="7768" y="227546"/>
                    <a:pt x="0" y="219779"/>
                    <a:pt x="0" y="210197"/>
                  </a:cubicBezTo>
                  <a:lnTo>
                    <a:pt x="0" y="17349"/>
                  </a:lnTo>
                  <a:cubicBezTo>
                    <a:pt x="0" y="12748"/>
                    <a:pt x="1828" y="8335"/>
                    <a:pt x="5081" y="5081"/>
                  </a:cubicBezTo>
                  <a:cubicBezTo>
                    <a:pt x="8335" y="1828"/>
                    <a:pt x="12748" y="0"/>
                    <a:pt x="17349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93331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001437" y="791531"/>
            <a:ext cx="8997312" cy="92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APP DEMONSTRATION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485732" y="4646993"/>
            <a:ext cx="8715591" cy="1105876"/>
            <a:chOff x="0" y="0"/>
            <a:chExt cx="1793331" cy="2275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93331" cy="227546"/>
            </a:xfrm>
            <a:custGeom>
              <a:avLst/>
              <a:gdLst/>
              <a:ahLst/>
              <a:cxnLst/>
              <a:rect l="l" t="t" r="r" b="b"/>
              <a:pathLst>
                <a:path w="1793331" h="227546">
                  <a:moveTo>
                    <a:pt x="17349" y="0"/>
                  </a:moveTo>
                  <a:lnTo>
                    <a:pt x="1775982" y="0"/>
                  </a:lnTo>
                  <a:cubicBezTo>
                    <a:pt x="1780583" y="0"/>
                    <a:pt x="1784996" y="1828"/>
                    <a:pt x="1788250" y="5081"/>
                  </a:cubicBezTo>
                  <a:cubicBezTo>
                    <a:pt x="1791504" y="8335"/>
                    <a:pt x="1793331" y="12748"/>
                    <a:pt x="1793331" y="17349"/>
                  </a:cubicBezTo>
                  <a:lnTo>
                    <a:pt x="1793331" y="210197"/>
                  </a:lnTo>
                  <a:cubicBezTo>
                    <a:pt x="1793331" y="214798"/>
                    <a:pt x="1791504" y="219211"/>
                    <a:pt x="1788250" y="222465"/>
                  </a:cubicBezTo>
                  <a:cubicBezTo>
                    <a:pt x="1784996" y="225719"/>
                    <a:pt x="1780583" y="227546"/>
                    <a:pt x="1775982" y="227546"/>
                  </a:cubicBezTo>
                  <a:lnTo>
                    <a:pt x="17349" y="227546"/>
                  </a:lnTo>
                  <a:cubicBezTo>
                    <a:pt x="7768" y="227546"/>
                    <a:pt x="0" y="219779"/>
                    <a:pt x="0" y="210197"/>
                  </a:cubicBezTo>
                  <a:lnTo>
                    <a:pt x="0" y="17349"/>
                  </a:lnTo>
                  <a:cubicBezTo>
                    <a:pt x="0" y="12748"/>
                    <a:pt x="1828" y="8335"/>
                    <a:pt x="5081" y="5081"/>
                  </a:cubicBezTo>
                  <a:cubicBezTo>
                    <a:pt x="8335" y="1828"/>
                    <a:pt x="12748" y="0"/>
                    <a:pt x="17349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93331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85732" y="6238644"/>
            <a:ext cx="8715591" cy="1105876"/>
            <a:chOff x="0" y="0"/>
            <a:chExt cx="1793331" cy="22754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93331" cy="227546"/>
            </a:xfrm>
            <a:custGeom>
              <a:avLst/>
              <a:gdLst/>
              <a:ahLst/>
              <a:cxnLst/>
              <a:rect l="l" t="t" r="r" b="b"/>
              <a:pathLst>
                <a:path w="1793331" h="227546">
                  <a:moveTo>
                    <a:pt x="17349" y="0"/>
                  </a:moveTo>
                  <a:lnTo>
                    <a:pt x="1775982" y="0"/>
                  </a:lnTo>
                  <a:cubicBezTo>
                    <a:pt x="1780583" y="0"/>
                    <a:pt x="1784996" y="1828"/>
                    <a:pt x="1788250" y="5081"/>
                  </a:cubicBezTo>
                  <a:cubicBezTo>
                    <a:pt x="1791504" y="8335"/>
                    <a:pt x="1793331" y="12748"/>
                    <a:pt x="1793331" y="17349"/>
                  </a:cubicBezTo>
                  <a:lnTo>
                    <a:pt x="1793331" y="210197"/>
                  </a:lnTo>
                  <a:cubicBezTo>
                    <a:pt x="1793331" y="214798"/>
                    <a:pt x="1791504" y="219211"/>
                    <a:pt x="1788250" y="222465"/>
                  </a:cubicBezTo>
                  <a:cubicBezTo>
                    <a:pt x="1784996" y="225719"/>
                    <a:pt x="1780583" y="227546"/>
                    <a:pt x="1775982" y="227546"/>
                  </a:cubicBezTo>
                  <a:lnTo>
                    <a:pt x="17349" y="227546"/>
                  </a:lnTo>
                  <a:cubicBezTo>
                    <a:pt x="7768" y="227546"/>
                    <a:pt x="0" y="219779"/>
                    <a:pt x="0" y="210197"/>
                  </a:cubicBezTo>
                  <a:lnTo>
                    <a:pt x="0" y="17349"/>
                  </a:lnTo>
                  <a:cubicBezTo>
                    <a:pt x="0" y="12748"/>
                    <a:pt x="1828" y="8335"/>
                    <a:pt x="5081" y="5081"/>
                  </a:cubicBezTo>
                  <a:cubicBezTo>
                    <a:pt x="8335" y="1828"/>
                    <a:pt x="12748" y="0"/>
                    <a:pt x="17349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793331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85732" y="7830295"/>
            <a:ext cx="8808686" cy="1105876"/>
            <a:chOff x="0" y="0"/>
            <a:chExt cx="1812487" cy="2275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12487" cy="227546"/>
            </a:xfrm>
            <a:custGeom>
              <a:avLst/>
              <a:gdLst/>
              <a:ahLst/>
              <a:cxnLst/>
              <a:rect l="l" t="t" r="r" b="b"/>
              <a:pathLst>
                <a:path w="1812487" h="227546">
                  <a:moveTo>
                    <a:pt x="17166" y="0"/>
                  </a:moveTo>
                  <a:lnTo>
                    <a:pt x="1795321" y="0"/>
                  </a:lnTo>
                  <a:cubicBezTo>
                    <a:pt x="1799874" y="0"/>
                    <a:pt x="1804240" y="1809"/>
                    <a:pt x="1807459" y="5028"/>
                  </a:cubicBezTo>
                  <a:cubicBezTo>
                    <a:pt x="1810678" y="8247"/>
                    <a:pt x="1812487" y="12613"/>
                    <a:pt x="1812487" y="17166"/>
                  </a:cubicBezTo>
                  <a:lnTo>
                    <a:pt x="1812487" y="210381"/>
                  </a:lnTo>
                  <a:cubicBezTo>
                    <a:pt x="1812487" y="214933"/>
                    <a:pt x="1810678" y="219299"/>
                    <a:pt x="1807459" y="222519"/>
                  </a:cubicBezTo>
                  <a:cubicBezTo>
                    <a:pt x="1804240" y="225738"/>
                    <a:pt x="1799874" y="227546"/>
                    <a:pt x="1795321" y="227546"/>
                  </a:cubicBezTo>
                  <a:lnTo>
                    <a:pt x="17166" y="227546"/>
                  </a:lnTo>
                  <a:cubicBezTo>
                    <a:pt x="7685" y="227546"/>
                    <a:pt x="0" y="219861"/>
                    <a:pt x="0" y="210381"/>
                  </a:cubicBezTo>
                  <a:lnTo>
                    <a:pt x="0" y="17166"/>
                  </a:lnTo>
                  <a:cubicBezTo>
                    <a:pt x="0" y="7685"/>
                    <a:pt x="7685" y="0"/>
                    <a:pt x="17166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812487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811982" y="3270726"/>
            <a:ext cx="8662855" cy="5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Title &amp; subtitle with real-time status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48866" y="4862413"/>
            <a:ext cx="9252457" cy="5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Each lab row: RSSI in dBm + quality label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93826" y="6457719"/>
            <a:ext cx="10440098" cy="48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8"/>
              </a:lnSpc>
              <a:spcBef>
                <a:spcPct val="0"/>
              </a:spcBef>
            </a:pPr>
            <a:r>
              <a:rPr lang="en-US" sz="28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Color-coded: Green → Cyan → Amber → Red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47078" y="7941225"/>
            <a:ext cx="8554244" cy="53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8"/>
              </a:lnSpc>
              <a:spcBef>
                <a:spcPct val="0"/>
              </a:spcBef>
            </a:pPr>
            <a:r>
              <a:rPr lang="en-US" sz="31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Detected lab displayed prominently below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978565" y="-830978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9" y="0"/>
                </a:lnTo>
                <a:lnTo>
                  <a:pt x="6435169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252387" y="5143500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8" y="0"/>
                </a:lnTo>
                <a:lnTo>
                  <a:pt x="6435168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354042" y="1887187"/>
            <a:ext cx="8644707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6647078" y="3180374"/>
            <a:ext cx="8715591" cy="1105876"/>
            <a:chOff x="0" y="0"/>
            <a:chExt cx="1793331" cy="2275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93331" cy="227546"/>
            </a:xfrm>
            <a:custGeom>
              <a:avLst/>
              <a:gdLst/>
              <a:ahLst/>
              <a:cxnLst/>
              <a:rect l="l" t="t" r="r" b="b"/>
              <a:pathLst>
                <a:path w="1793331" h="227546">
                  <a:moveTo>
                    <a:pt x="17349" y="0"/>
                  </a:moveTo>
                  <a:lnTo>
                    <a:pt x="1775982" y="0"/>
                  </a:lnTo>
                  <a:cubicBezTo>
                    <a:pt x="1780583" y="0"/>
                    <a:pt x="1784996" y="1828"/>
                    <a:pt x="1788250" y="5081"/>
                  </a:cubicBezTo>
                  <a:cubicBezTo>
                    <a:pt x="1791504" y="8335"/>
                    <a:pt x="1793331" y="12748"/>
                    <a:pt x="1793331" y="17349"/>
                  </a:cubicBezTo>
                  <a:lnTo>
                    <a:pt x="1793331" y="210197"/>
                  </a:lnTo>
                  <a:cubicBezTo>
                    <a:pt x="1793331" y="214798"/>
                    <a:pt x="1791504" y="219211"/>
                    <a:pt x="1788250" y="222465"/>
                  </a:cubicBezTo>
                  <a:cubicBezTo>
                    <a:pt x="1784996" y="225719"/>
                    <a:pt x="1780583" y="227546"/>
                    <a:pt x="1775982" y="227546"/>
                  </a:cubicBezTo>
                  <a:lnTo>
                    <a:pt x="17349" y="227546"/>
                  </a:lnTo>
                  <a:cubicBezTo>
                    <a:pt x="7768" y="227546"/>
                    <a:pt x="0" y="219779"/>
                    <a:pt x="0" y="210197"/>
                  </a:cubicBezTo>
                  <a:lnTo>
                    <a:pt x="0" y="17349"/>
                  </a:lnTo>
                  <a:cubicBezTo>
                    <a:pt x="0" y="12748"/>
                    <a:pt x="1828" y="8335"/>
                    <a:pt x="5081" y="5081"/>
                  </a:cubicBezTo>
                  <a:cubicBezTo>
                    <a:pt x="8335" y="1828"/>
                    <a:pt x="12748" y="0"/>
                    <a:pt x="17349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93331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47078" y="5143500"/>
            <a:ext cx="8715591" cy="1105876"/>
            <a:chOff x="0" y="0"/>
            <a:chExt cx="1793331" cy="2275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93331" cy="227546"/>
            </a:xfrm>
            <a:custGeom>
              <a:avLst/>
              <a:gdLst/>
              <a:ahLst/>
              <a:cxnLst/>
              <a:rect l="l" t="t" r="r" b="b"/>
              <a:pathLst>
                <a:path w="1793331" h="227546">
                  <a:moveTo>
                    <a:pt x="17349" y="0"/>
                  </a:moveTo>
                  <a:lnTo>
                    <a:pt x="1775982" y="0"/>
                  </a:lnTo>
                  <a:cubicBezTo>
                    <a:pt x="1780583" y="0"/>
                    <a:pt x="1784996" y="1828"/>
                    <a:pt x="1788250" y="5081"/>
                  </a:cubicBezTo>
                  <a:cubicBezTo>
                    <a:pt x="1791504" y="8335"/>
                    <a:pt x="1793331" y="12748"/>
                    <a:pt x="1793331" y="17349"/>
                  </a:cubicBezTo>
                  <a:lnTo>
                    <a:pt x="1793331" y="210197"/>
                  </a:lnTo>
                  <a:cubicBezTo>
                    <a:pt x="1793331" y="214798"/>
                    <a:pt x="1791504" y="219211"/>
                    <a:pt x="1788250" y="222465"/>
                  </a:cubicBezTo>
                  <a:cubicBezTo>
                    <a:pt x="1784996" y="225719"/>
                    <a:pt x="1780583" y="227546"/>
                    <a:pt x="1775982" y="227546"/>
                  </a:cubicBezTo>
                  <a:lnTo>
                    <a:pt x="17349" y="227546"/>
                  </a:lnTo>
                  <a:cubicBezTo>
                    <a:pt x="7768" y="227546"/>
                    <a:pt x="0" y="219779"/>
                    <a:pt x="0" y="210197"/>
                  </a:cubicBezTo>
                  <a:lnTo>
                    <a:pt x="0" y="17349"/>
                  </a:lnTo>
                  <a:cubicBezTo>
                    <a:pt x="0" y="12748"/>
                    <a:pt x="1828" y="8335"/>
                    <a:pt x="5081" y="5081"/>
                  </a:cubicBezTo>
                  <a:cubicBezTo>
                    <a:pt x="8335" y="1828"/>
                    <a:pt x="12748" y="0"/>
                    <a:pt x="17349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93331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47078" y="7103547"/>
            <a:ext cx="8715591" cy="1105876"/>
            <a:chOff x="0" y="0"/>
            <a:chExt cx="1793331" cy="2275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93331" cy="227546"/>
            </a:xfrm>
            <a:custGeom>
              <a:avLst/>
              <a:gdLst/>
              <a:ahLst/>
              <a:cxnLst/>
              <a:rect l="l" t="t" r="r" b="b"/>
              <a:pathLst>
                <a:path w="1793331" h="227546">
                  <a:moveTo>
                    <a:pt x="17349" y="0"/>
                  </a:moveTo>
                  <a:lnTo>
                    <a:pt x="1775982" y="0"/>
                  </a:lnTo>
                  <a:cubicBezTo>
                    <a:pt x="1780583" y="0"/>
                    <a:pt x="1784996" y="1828"/>
                    <a:pt x="1788250" y="5081"/>
                  </a:cubicBezTo>
                  <a:cubicBezTo>
                    <a:pt x="1791504" y="8335"/>
                    <a:pt x="1793331" y="12748"/>
                    <a:pt x="1793331" y="17349"/>
                  </a:cubicBezTo>
                  <a:lnTo>
                    <a:pt x="1793331" y="210197"/>
                  </a:lnTo>
                  <a:cubicBezTo>
                    <a:pt x="1793331" y="214798"/>
                    <a:pt x="1791504" y="219211"/>
                    <a:pt x="1788250" y="222465"/>
                  </a:cubicBezTo>
                  <a:cubicBezTo>
                    <a:pt x="1784996" y="225719"/>
                    <a:pt x="1780583" y="227546"/>
                    <a:pt x="1775982" y="227546"/>
                  </a:cubicBezTo>
                  <a:lnTo>
                    <a:pt x="17349" y="227546"/>
                  </a:lnTo>
                  <a:cubicBezTo>
                    <a:pt x="7768" y="227546"/>
                    <a:pt x="0" y="219779"/>
                    <a:pt x="0" y="210197"/>
                  </a:cubicBezTo>
                  <a:lnTo>
                    <a:pt x="0" y="17349"/>
                  </a:lnTo>
                  <a:cubicBezTo>
                    <a:pt x="0" y="12748"/>
                    <a:pt x="1828" y="8335"/>
                    <a:pt x="5081" y="5081"/>
                  </a:cubicBezTo>
                  <a:cubicBezTo>
                    <a:pt x="8335" y="1828"/>
                    <a:pt x="12748" y="0"/>
                    <a:pt x="17349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793331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837971" y="2638813"/>
            <a:ext cx="4575084" cy="7199663"/>
          </a:xfrm>
          <a:custGeom>
            <a:avLst/>
            <a:gdLst/>
            <a:ahLst/>
            <a:cxnLst/>
            <a:rect l="l" t="t" r="r" b="b"/>
            <a:pathLst>
              <a:path w="4575084" h="7199663">
                <a:moveTo>
                  <a:pt x="0" y="0"/>
                </a:moveTo>
                <a:lnTo>
                  <a:pt x="4575084" y="0"/>
                </a:lnTo>
                <a:lnTo>
                  <a:pt x="4575084" y="7199662"/>
                </a:lnTo>
                <a:lnTo>
                  <a:pt x="0" y="7199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80" r="-4361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001437" y="791531"/>
            <a:ext cx="8997312" cy="92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APP DEMONSTRATION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08425" y="3190287"/>
            <a:ext cx="8662855" cy="10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8"/>
              </a:lnSpc>
              <a:spcBef>
                <a:spcPct val="0"/>
              </a:spcBef>
            </a:pPr>
            <a:r>
              <a:rPr lang="en-US" sz="29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Shows real-time RSSI signal strength of all 4 WiFi access points.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08425" y="5220476"/>
            <a:ext cx="8942140" cy="10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8"/>
              </a:lnSpc>
              <a:spcBef>
                <a:spcPct val="0"/>
              </a:spcBef>
            </a:pPr>
            <a:r>
              <a:rPr lang="en-US" sz="29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Helps identify the nearest and strongest router.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17036" y="7077900"/>
            <a:ext cx="8554244" cy="110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  <a:spcBef>
                <a:spcPct val="0"/>
              </a:spcBef>
            </a:pPr>
            <a:r>
              <a:rPr lang="en-US" sz="31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Color-coded bars indicate signal quality levels.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978565" y="-830978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9" y="0"/>
                </a:lnTo>
                <a:lnTo>
                  <a:pt x="6435169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252387" y="5143500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8" y="0"/>
                </a:lnTo>
                <a:lnTo>
                  <a:pt x="6435168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354042" y="1887187"/>
            <a:ext cx="8644707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6485732" y="3055306"/>
            <a:ext cx="8715591" cy="1105876"/>
            <a:chOff x="0" y="0"/>
            <a:chExt cx="1793331" cy="2275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93331" cy="227546"/>
            </a:xfrm>
            <a:custGeom>
              <a:avLst/>
              <a:gdLst/>
              <a:ahLst/>
              <a:cxnLst/>
              <a:rect l="l" t="t" r="r" b="b"/>
              <a:pathLst>
                <a:path w="1793331" h="227546">
                  <a:moveTo>
                    <a:pt x="17349" y="0"/>
                  </a:moveTo>
                  <a:lnTo>
                    <a:pt x="1775982" y="0"/>
                  </a:lnTo>
                  <a:cubicBezTo>
                    <a:pt x="1780583" y="0"/>
                    <a:pt x="1784996" y="1828"/>
                    <a:pt x="1788250" y="5081"/>
                  </a:cubicBezTo>
                  <a:cubicBezTo>
                    <a:pt x="1791504" y="8335"/>
                    <a:pt x="1793331" y="12748"/>
                    <a:pt x="1793331" y="17349"/>
                  </a:cubicBezTo>
                  <a:lnTo>
                    <a:pt x="1793331" y="210197"/>
                  </a:lnTo>
                  <a:cubicBezTo>
                    <a:pt x="1793331" y="214798"/>
                    <a:pt x="1791504" y="219211"/>
                    <a:pt x="1788250" y="222465"/>
                  </a:cubicBezTo>
                  <a:cubicBezTo>
                    <a:pt x="1784996" y="225719"/>
                    <a:pt x="1780583" y="227546"/>
                    <a:pt x="1775982" y="227546"/>
                  </a:cubicBezTo>
                  <a:lnTo>
                    <a:pt x="17349" y="227546"/>
                  </a:lnTo>
                  <a:cubicBezTo>
                    <a:pt x="7768" y="227546"/>
                    <a:pt x="0" y="219779"/>
                    <a:pt x="0" y="210197"/>
                  </a:cubicBezTo>
                  <a:lnTo>
                    <a:pt x="0" y="17349"/>
                  </a:lnTo>
                  <a:cubicBezTo>
                    <a:pt x="0" y="12748"/>
                    <a:pt x="1828" y="8335"/>
                    <a:pt x="5081" y="5081"/>
                  </a:cubicBezTo>
                  <a:cubicBezTo>
                    <a:pt x="8335" y="1828"/>
                    <a:pt x="12748" y="0"/>
                    <a:pt x="17349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93331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001437" y="791531"/>
            <a:ext cx="8997312" cy="92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APP DEMONSTRATION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485732" y="4646993"/>
            <a:ext cx="8715591" cy="1105876"/>
            <a:chOff x="0" y="0"/>
            <a:chExt cx="1793331" cy="2275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93331" cy="227546"/>
            </a:xfrm>
            <a:custGeom>
              <a:avLst/>
              <a:gdLst/>
              <a:ahLst/>
              <a:cxnLst/>
              <a:rect l="l" t="t" r="r" b="b"/>
              <a:pathLst>
                <a:path w="1793331" h="227546">
                  <a:moveTo>
                    <a:pt x="17349" y="0"/>
                  </a:moveTo>
                  <a:lnTo>
                    <a:pt x="1775982" y="0"/>
                  </a:lnTo>
                  <a:cubicBezTo>
                    <a:pt x="1780583" y="0"/>
                    <a:pt x="1784996" y="1828"/>
                    <a:pt x="1788250" y="5081"/>
                  </a:cubicBezTo>
                  <a:cubicBezTo>
                    <a:pt x="1791504" y="8335"/>
                    <a:pt x="1793331" y="12748"/>
                    <a:pt x="1793331" y="17349"/>
                  </a:cubicBezTo>
                  <a:lnTo>
                    <a:pt x="1793331" y="210197"/>
                  </a:lnTo>
                  <a:cubicBezTo>
                    <a:pt x="1793331" y="214798"/>
                    <a:pt x="1791504" y="219211"/>
                    <a:pt x="1788250" y="222465"/>
                  </a:cubicBezTo>
                  <a:cubicBezTo>
                    <a:pt x="1784996" y="225719"/>
                    <a:pt x="1780583" y="227546"/>
                    <a:pt x="1775982" y="227546"/>
                  </a:cubicBezTo>
                  <a:lnTo>
                    <a:pt x="17349" y="227546"/>
                  </a:lnTo>
                  <a:cubicBezTo>
                    <a:pt x="7768" y="227546"/>
                    <a:pt x="0" y="219779"/>
                    <a:pt x="0" y="210197"/>
                  </a:cubicBezTo>
                  <a:lnTo>
                    <a:pt x="0" y="17349"/>
                  </a:lnTo>
                  <a:cubicBezTo>
                    <a:pt x="0" y="12748"/>
                    <a:pt x="1828" y="8335"/>
                    <a:pt x="5081" y="5081"/>
                  </a:cubicBezTo>
                  <a:cubicBezTo>
                    <a:pt x="8335" y="1828"/>
                    <a:pt x="12748" y="0"/>
                    <a:pt x="17349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793331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85732" y="6238644"/>
            <a:ext cx="8715591" cy="1105876"/>
            <a:chOff x="0" y="0"/>
            <a:chExt cx="1793331" cy="2275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93331" cy="227546"/>
            </a:xfrm>
            <a:custGeom>
              <a:avLst/>
              <a:gdLst/>
              <a:ahLst/>
              <a:cxnLst/>
              <a:rect l="l" t="t" r="r" b="b"/>
              <a:pathLst>
                <a:path w="1793331" h="227546">
                  <a:moveTo>
                    <a:pt x="17349" y="0"/>
                  </a:moveTo>
                  <a:lnTo>
                    <a:pt x="1775982" y="0"/>
                  </a:lnTo>
                  <a:cubicBezTo>
                    <a:pt x="1780583" y="0"/>
                    <a:pt x="1784996" y="1828"/>
                    <a:pt x="1788250" y="5081"/>
                  </a:cubicBezTo>
                  <a:cubicBezTo>
                    <a:pt x="1791504" y="8335"/>
                    <a:pt x="1793331" y="12748"/>
                    <a:pt x="1793331" y="17349"/>
                  </a:cubicBezTo>
                  <a:lnTo>
                    <a:pt x="1793331" y="210197"/>
                  </a:lnTo>
                  <a:cubicBezTo>
                    <a:pt x="1793331" y="214798"/>
                    <a:pt x="1791504" y="219211"/>
                    <a:pt x="1788250" y="222465"/>
                  </a:cubicBezTo>
                  <a:cubicBezTo>
                    <a:pt x="1784996" y="225719"/>
                    <a:pt x="1780583" y="227546"/>
                    <a:pt x="1775982" y="227546"/>
                  </a:cubicBezTo>
                  <a:lnTo>
                    <a:pt x="17349" y="227546"/>
                  </a:lnTo>
                  <a:cubicBezTo>
                    <a:pt x="7768" y="227546"/>
                    <a:pt x="0" y="219779"/>
                    <a:pt x="0" y="210197"/>
                  </a:cubicBezTo>
                  <a:lnTo>
                    <a:pt x="0" y="17349"/>
                  </a:lnTo>
                  <a:cubicBezTo>
                    <a:pt x="0" y="12748"/>
                    <a:pt x="1828" y="8335"/>
                    <a:pt x="5081" y="5081"/>
                  </a:cubicBezTo>
                  <a:cubicBezTo>
                    <a:pt x="8335" y="1828"/>
                    <a:pt x="12748" y="0"/>
                    <a:pt x="17349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793331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85732" y="7830295"/>
            <a:ext cx="8808686" cy="1105876"/>
            <a:chOff x="0" y="0"/>
            <a:chExt cx="1812487" cy="22754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12487" cy="227546"/>
            </a:xfrm>
            <a:custGeom>
              <a:avLst/>
              <a:gdLst/>
              <a:ahLst/>
              <a:cxnLst/>
              <a:rect l="l" t="t" r="r" b="b"/>
              <a:pathLst>
                <a:path w="1812487" h="227546">
                  <a:moveTo>
                    <a:pt x="17166" y="0"/>
                  </a:moveTo>
                  <a:lnTo>
                    <a:pt x="1795321" y="0"/>
                  </a:lnTo>
                  <a:cubicBezTo>
                    <a:pt x="1799874" y="0"/>
                    <a:pt x="1804240" y="1809"/>
                    <a:pt x="1807459" y="5028"/>
                  </a:cubicBezTo>
                  <a:cubicBezTo>
                    <a:pt x="1810678" y="8247"/>
                    <a:pt x="1812487" y="12613"/>
                    <a:pt x="1812487" y="17166"/>
                  </a:cubicBezTo>
                  <a:lnTo>
                    <a:pt x="1812487" y="210381"/>
                  </a:lnTo>
                  <a:cubicBezTo>
                    <a:pt x="1812487" y="214933"/>
                    <a:pt x="1810678" y="219299"/>
                    <a:pt x="1807459" y="222519"/>
                  </a:cubicBezTo>
                  <a:cubicBezTo>
                    <a:pt x="1804240" y="225738"/>
                    <a:pt x="1799874" y="227546"/>
                    <a:pt x="1795321" y="227546"/>
                  </a:cubicBezTo>
                  <a:lnTo>
                    <a:pt x="17166" y="227546"/>
                  </a:lnTo>
                  <a:cubicBezTo>
                    <a:pt x="7685" y="227546"/>
                    <a:pt x="0" y="219861"/>
                    <a:pt x="0" y="210381"/>
                  </a:cubicBezTo>
                  <a:lnTo>
                    <a:pt x="0" y="17166"/>
                  </a:lnTo>
                  <a:cubicBezTo>
                    <a:pt x="0" y="7685"/>
                    <a:pt x="7685" y="0"/>
                    <a:pt x="17166" y="0"/>
                  </a:cubicBezTo>
                  <a:close/>
                </a:path>
              </a:pathLst>
            </a:custGeom>
            <a:solidFill>
              <a:srgbClr val="192D4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812487" cy="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68447" y="4656888"/>
            <a:ext cx="8525971" cy="10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8"/>
              </a:lnSpc>
              <a:spcBef>
                <a:spcPct val="0"/>
              </a:spcBef>
            </a:pPr>
            <a:r>
              <a:rPr lang="en-US" sz="29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Dashed circles = estimated signal coverage zone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93826" y="6457719"/>
            <a:ext cx="10440098" cy="48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8"/>
              </a:lnSpc>
              <a:spcBef>
                <a:spcPct val="0"/>
              </a:spcBef>
            </a:pPr>
            <a:r>
              <a:rPr lang="en-US" sz="28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Green dot 'YOU' = estimated current position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47078" y="8049370"/>
            <a:ext cx="8554244" cy="53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8"/>
              </a:lnSpc>
              <a:spcBef>
                <a:spcPct val="0"/>
              </a:spcBef>
            </a:pPr>
            <a:r>
              <a:rPr lang="en-US" sz="31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Position updates live with every WiFi scan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748807" y="-5756304"/>
            <a:ext cx="9460517" cy="946051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7130965" y="-678578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9" y="0"/>
                </a:lnTo>
                <a:lnTo>
                  <a:pt x="6435169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-5099987" y="5295900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8" y="0"/>
                </a:lnTo>
                <a:lnTo>
                  <a:pt x="6435168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47628" y="2058637"/>
            <a:ext cx="3481843" cy="7926790"/>
          </a:xfrm>
          <a:custGeom>
            <a:avLst/>
            <a:gdLst/>
            <a:ahLst/>
            <a:cxnLst/>
            <a:rect l="l" t="t" r="r" b="b"/>
            <a:pathLst>
              <a:path w="3481843" h="7926790">
                <a:moveTo>
                  <a:pt x="0" y="0"/>
                </a:moveTo>
                <a:lnTo>
                  <a:pt x="3481842" y="0"/>
                </a:lnTo>
                <a:lnTo>
                  <a:pt x="3481842" y="7926791"/>
                </a:lnTo>
                <a:lnTo>
                  <a:pt x="0" y="7926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60" r="-3448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5995413" y="3327157"/>
            <a:ext cx="8662855" cy="5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Cyan dots = WiFi access point routers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57614" y="-735970"/>
            <a:ext cx="11261636" cy="8558844"/>
          </a:xfrm>
          <a:custGeom>
            <a:avLst/>
            <a:gdLst/>
            <a:ahLst/>
            <a:cxnLst/>
            <a:rect l="l" t="t" r="r" b="b"/>
            <a:pathLst>
              <a:path w="11261636" h="8558844">
                <a:moveTo>
                  <a:pt x="0" y="0"/>
                </a:moveTo>
                <a:lnTo>
                  <a:pt x="11261636" y="0"/>
                </a:lnTo>
                <a:lnTo>
                  <a:pt x="11261636" y="8558843"/>
                </a:lnTo>
                <a:lnTo>
                  <a:pt x="0" y="85588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4244" y="6861499"/>
            <a:ext cx="18536489" cy="4179136"/>
          </a:xfrm>
          <a:custGeom>
            <a:avLst/>
            <a:gdLst/>
            <a:ahLst/>
            <a:cxnLst/>
            <a:rect l="l" t="t" r="r" b="b"/>
            <a:pathLst>
              <a:path w="18536489" h="4179136">
                <a:moveTo>
                  <a:pt x="0" y="0"/>
                </a:moveTo>
                <a:lnTo>
                  <a:pt x="18536488" y="0"/>
                </a:lnTo>
                <a:lnTo>
                  <a:pt x="18536488" y="4179135"/>
                </a:lnTo>
                <a:lnTo>
                  <a:pt x="0" y="4179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58975" y="8877106"/>
            <a:ext cx="798692" cy="762387"/>
          </a:xfrm>
          <a:custGeom>
            <a:avLst/>
            <a:gdLst/>
            <a:ahLst/>
            <a:cxnLst/>
            <a:rect l="l" t="t" r="r" b="b"/>
            <a:pathLst>
              <a:path w="798692" h="762387">
                <a:moveTo>
                  <a:pt x="0" y="0"/>
                </a:moveTo>
                <a:lnTo>
                  <a:pt x="798692" y="0"/>
                </a:lnTo>
                <a:lnTo>
                  <a:pt x="798692" y="762388"/>
                </a:lnTo>
                <a:lnTo>
                  <a:pt x="0" y="762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730333" y="8877106"/>
            <a:ext cx="798692" cy="762387"/>
          </a:xfrm>
          <a:custGeom>
            <a:avLst/>
            <a:gdLst/>
            <a:ahLst/>
            <a:cxnLst/>
            <a:rect l="l" t="t" r="r" b="b"/>
            <a:pathLst>
              <a:path w="798692" h="762387">
                <a:moveTo>
                  <a:pt x="0" y="0"/>
                </a:moveTo>
                <a:lnTo>
                  <a:pt x="798692" y="0"/>
                </a:lnTo>
                <a:lnTo>
                  <a:pt x="798692" y="762388"/>
                </a:lnTo>
                <a:lnTo>
                  <a:pt x="0" y="762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1409706" y="1936310"/>
            <a:ext cx="5293671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581560" y="3879713"/>
            <a:ext cx="8373947" cy="1191972"/>
          </a:xfrm>
          <a:custGeom>
            <a:avLst/>
            <a:gdLst/>
            <a:ahLst/>
            <a:cxnLst/>
            <a:rect l="l" t="t" r="r" b="b"/>
            <a:pathLst>
              <a:path w="8373947" h="1191972">
                <a:moveTo>
                  <a:pt x="0" y="0"/>
                </a:moveTo>
                <a:lnTo>
                  <a:pt x="8373947" y="0"/>
                </a:lnTo>
                <a:lnTo>
                  <a:pt x="8373947" y="1191973"/>
                </a:lnTo>
                <a:lnTo>
                  <a:pt x="0" y="11919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648" t="-9685" r="-80769" b="-424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1560" y="5591798"/>
            <a:ext cx="8373947" cy="1292003"/>
          </a:xfrm>
          <a:custGeom>
            <a:avLst/>
            <a:gdLst/>
            <a:ahLst/>
            <a:cxnLst/>
            <a:rect l="l" t="t" r="r" b="b"/>
            <a:pathLst>
              <a:path w="8373947" h="1292003">
                <a:moveTo>
                  <a:pt x="0" y="0"/>
                </a:moveTo>
                <a:lnTo>
                  <a:pt x="8373947" y="0"/>
                </a:lnTo>
                <a:lnTo>
                  <a:pt x="8373947" y="1292003"/>
                </a:lnTo>
                <a:lnTo>
                  <a:pt x="0" y="12920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781" r="-7038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81560" y="7407676"/>
            <a:ext cx="8373947" cy="1315333"/>
          </a:xfrm>
          <a:custGeom>
            <a:avLst/>
            <a:gdLst/>
            <a:ahLst/>
            <a:cxnLst/>
            <a:rect l="l" t="t" r="r" b="b"/>
            <a:pathLst>
              <a:path w="8373947" h="1315333">
                <a:moveTo>
                  <a:pt x="0" y="0"/>
                </a:moveTo>
                <a:lnTo>
                  <a:pt x="8373947" y="0"/>
                </a:lnTo>
                <a:lnTo>
                  <a:pt x="8373947" y="1315333"/>
                </a:lnTo>
                <a:lnTo>
                  <a:pt x="0" y="13153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316" r="-90272" b="-9319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32493" y="4733084"/>
            <a:ext cx="8373947" cy="1173879"/>
          </a:xfrm>
          <a:custGeom>
            <a:avLst/>
            <a:gdLst/>
            <a:ahLst/>
            <a:cxnLst/>
            <a:rect l="l" t="t" r="r" b="b"/>
            <a:pathLst>
              <a:path w="8373947" h="1173879">
                <a:moveTo>
                  <a:pt x="0" y="0"/>
                </a:moveTo>
                <a:lnTo>
                  <a:pt x="8373947" y="0"/>
                </a:lnTo>
                <a:lnTo>
                  <a:pt x="8373947" y="1173879"/>
                </a:lnTo>
                <a:lnTo>
                  <a:pt x="0" y="11738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20" r="-55837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332493" y="6633020"/>
            <a:ext cx="8373947" cy="1153259"/>
          </a:xfrm>
          <a:custGeom>
            <a:avLst/>
            <a:gdLst/>
            <a:ahLst/>
            <a:cxnLst/>
            <a:rect l="l" t="t" r="r" b="b"/>
            <a:pathLst>
              <a:path w="8373947" h="1153259">
                <a:moveTo>
                  <a:pt x="0" y="0"/>
                </a:moveTo>
                <a:lnTo>
                  <a:pt x="8373947" y="0"/>
                </a:lnTo>
                <a:lnTo>
                  <a:pt x="8373947" y="1153259"/>
                </a:lnTo>
                <a:lnTo>
                  <a:pt x="0" y="11532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745" r="-4998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557614" y="780791"/>
            <a:ext cx="5145763" cy="125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8"/>
              </a:lnSpc>
            </a:pPr>
            <a:r>
              <a:rPr lang="en-US" sz="7714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BENEFITS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4379446" y="-5772844"/>
            <a:ext cx="9460517" cy="946051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-4264143" y="-1826175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8" y="0"/>
                </a:lnTo>
                <a:lnTo>
                  <a:pt x="6435168" y="5709750"/>
                </a:lnTo>
                <a:lnTo>
                  <a:pt x="0" y="5709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1559" y="5143500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57741" y="-7145674"/>
            <a:ext cx="9460517" cy="94605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368171">
            <a:off x="9756386" y="3847826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612871" y="-1679022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391895" y="3185518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475474" y="8294851"/>
            <a:ext cx="7610227" cy="6752346"/>
          </a:xfrm>
          <a:custGeom>
            <a:avLst/>
            <a:gdLst/>
            <a:ahLst/>
            <a:cxnLst/>
            <a:rect l="l" t="t" r="r" b="b"/>
            <a:pathLst>
              <a:path w="7610227" h="6752346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0165856">
            <a:off x="2662051" y="-2415415"/>
            <a:ext cx="5680119" cy="5039815"/>
          </a:xfrm>
          <a:custGeom>
            <a:avLst/>
            <a:gdLst/>
            <a:ahLst/>
            <a:cxnLst/>
            <a:rect l="l" t="t" r="r" b="b"/>
            <a:pathLst>
              <a:path w="5680119" h="5039815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802686" y="2873137"/>
            <a:ext cx="1022330" cy="742393"/>
            <a:chOff x="0" y="0"/>
            <a:chExt cx="1119286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19286" cy="812800"/>
            </a:xfrm>
            <a:custGeom>
              <a:avLst/>
              <a:gdLst/>
              <a:ahLst/>
              <a:cxnLst/>
              <a:rect l="l" t="t" r="r" b="b"/>
              <a:pathLst>
                <a:path w="1119286" h="812800">
                  <a:moveTo>
                    <a:pt x="559643" y="0"/>
                  </a:moveTo>
                  <a:cubicBezTo>
                    <a:pt x="250561" y="0"/>
                    <a:pt x="0" y="181951"/>
                    <a:pt x="0" y="406400"/>
                  </a:cubicBezTo>
                  <a:cubicBezTo>
                    <a:pt x="0" y="630849"/>
                    <a:pt x="250561" y="812800"/>
                    <a:pt x="559643" y="812800"/>
                  </a:cubicBezTo>
                  <a:cubicBezTo>
                    <a:pt x="868725" y="812800"/>
                    <a:pt x="1119286" y="630849"/>
                    <a:pt x="1119286" y="406400"/>
                  </a:cubicBezTo>
                  <a:cubicBezTo>
                    <a:pt x="1119286" y="181951"/>
                    <a:pt x="868725" y="0"/>
                    <a:pt x="55964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04933" y="-28575"/>
              <a:ext cx="90942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541712" y="930724"/>
            <a:ext cx="8376827" cy="125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8"/>
              </a:lnSpc>
            </a:pPr>
            <a:r>
              <a:rPr lang="en-US" sz="7714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LIMITATIONS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59156" y="4070441"/>
            <a:ext cx="1022330" cy="742393"/>
            <a:chOff x="0" y="0"/>
            <a:chExt cx="1119286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19286" cy="812800"/>
            </a:xfrm>
            <a:custGeom>
              <a:avLst/>
              <a:gdLst/>
              <a:ahLst/>
              <a:cxnLst/>
              <a:rect l="l" t="t" r="r" b="b"/>
              <a:pathLst>
                <a:path w="1119286" h="812800">
                  <a:moveTo>
                    <a:pt x="559643" y="0"/>
                  </a:moveTo>
                  <a:cubicBezTo>
                    <a:pt x="250561" y="0"/>
                    <a:pt x="0" y="181951"/>
                    <a:pt x="0" y="406400"/>
                  </a:cubicBezTo>
                  <a:cubicBezTo>
                    <a:pt x="0" y="630849"/>
                    <a:pt x="250561" y="812800"/>
                    <a:pt x="559643" y="812800"/>
                  </a:cubicBezTo>
                  <a:cubicBezTo>
                    <a:pt x="868725" y="812800"/>
                    <a:pt x="1119286" y="630849"/>
                    <a:pt x="1119286" y="406400"/>
                  </a:cubicBezTo>
                  <a:cubicBezTo>
                    <a:pt x="1119286" y="181951"/>
                    <a:pt x="868725" y="0"/>
                    <a:pt x="55964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4933" y="-28575"/>
              <a:ext cx="90942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52826" y="5384958"/>
            <a:ext cx="1022330" cy="742393"/>
            <a:chOff x="0" y="0"/>
            <a:chExt cx="1119286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19286" cy="812800"/>
            </a:xfrm>
            <a:custGeom>
              <a:avLst/>
              <a:gdLst/>
              <a:ahLst/>
              <a:cxnLst/>
              <a:rect l="l" t="t" r="r" b="b"/>
              <a:pathLst>
                <a:path w="1119286" h="812800">
                  <a:moveTo>
                    <a:pt x="559643" y="0"/>
                  </a:moveTo>
                  <a:cubicBezTo>
                    <a:pt x="250561" y="0"/>
                    <a:pt x="0" y="181951"/>
                    <a:pt x="0" y="406400"/>
                  </a:cubicBezTo>
                  <a:cubicBezTo>
                    <a:pt x="0" y="630849"/>
                    <a:pt x="250561" y="812800"/>
                    <a:pt x="559643" y="812800"/>
                  </a:cubicBezTo>
                  <a:cubicBezTo>
                    <a:pt x="868725" y="812800"/>
                    <a:pt x="1119286" y="630849"/>
                    <a:pt x="1119286" y="406400"/>
                  </a:cubicBezTo>
                  <a:cubicBezTo>
                    <a:pt x="1119286" y="181951"/>
                    <a:pt x="868725" y="0"/>
                    <a:pt x="55964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4933" y="-28575"/>
              <a:ext cx="90942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30547" y="8341437"/>
            <a:ext cx="1022330" cy="742393"/>
            <a:chOff x="0" y="0"/>
            <a:chExt cx="1119286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19286" cy="812800"/>
            </a:xfrm>
            <a:custGeom>
              <a:avLst/>
              <a:gdLst/>
              <a:ahLst/>
              <a:cxnLst/>
              <a:rect l="l" t="t" r="r" b="b"/>
              <a:pathLst>
                <a:path w="1119286" h="812800">
                  <a:moveTo>
                    <a:pt x="559643" y="0"/>
                  </a:moveTo>
                  <a:cubicBezTo>
                    <a:pt x="250561" y="0"/>
                    <a:pt x="0" y="181951"/>
                    <a:pt x="0" y="406400"/>
                  </a:cubicBezTo>
                  <a:cubicBezTo>
                    <a:pt x="0" y="630849"/>
                    <a:pt x="250561" y="812800"/>
                    <a:pt x="559643" y="812800"/>
                  </a:cubicBezTo>
                  <a:cubicBezTo>
                    <a:pt x="868725" y="812800"/>
                    <a:pt x="1119286" y="630849"/>
                    <a:pt x="1119286" y="406400"/>
                  </a:cubicBezTo>
                  <a:cubicBezTo>
                    <a:pt x="1119286" y="181951"/>
                    <a:pt x="868725" y="0"/>
                    <a:pt x="55964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04933" y="-28575"/>
              <a:ext cx="90942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133180" y="2976347"/>
            <a:ext cx="9169651" cy="51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RSSI fluctuates due to obstacles.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02110" y="4012298"/>
            <a:ext cx="9169651" cy="51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Accuracy depends on router placement.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34752" y="5457069"/>
            <a:ext cx="9169651" cy="51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Supports only a single mapped floor.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63991" y="8404023"/>
            <a:ext cx="9169651" cy="51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Uses four predefined routers.</a:t>
            </a:r>
          </a:p>
        </p:txBody>
      </p:sp>
      <p:sp>
        <p:nvSpPr>
          <p:cNvPr id="30" name="AutoShape 30"/>
          <p:cNvSpPr/>
          <p:nvPr/>
        </p:nvSpPr>
        <p:spPr>
          <a:xfrm>
            <a:off x="8448321" y="2133868"/>
            <a:ext cx="7164550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1" name="Group 31"/>
          <p:cNvGrpSpPr/>
          <p:nvPr/>
        </p:nvGrpSpPr>
        <p:grpSpPr>
          <a:xfrm>
            <a:off x="7519382" y="6841725"/>
            <a:ext cx="1022330" cy="742393"/>
            <a:chOff x="0" y="0"/>
            <a:chExt cx="1119286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19286" cy="812800"/>
            </a:xfrm>
            <a:custGeom>
              <a:avLst/>
              <a:gdLst/>
              <a:ahLst/>
              <a:cxnLst/>
              <a:rect l="l" t="t" r="r" b="b"/>
              <a:pathLst>
                <a:path w="1119286" h="812800">
                  <a:moveTo>
                    <a:pt x="559643" y="0"/>
                  </a:moveTo>
                  <a:cubicBezTo>
                    <a:pt x="250561" y="0"/>
                    <a:pt x="0" y="181951"/>
                    <a:pt x="0" y="406400"/>
                  </a:cubicBezTo>
                  <a:cubicBezTo>
                    <a:pt x="0" y="630849"/>
                    <a:pt x="250561" y="812800"/>
                    <a:pt x="559643" y="812800"/>
                  </a:cubicBezTo>
                  <a:cubicBezTo>
                    <a:pt x="868725" y="812800"/>
                    <a:pt x="1119286" y="630849"/>
                    <a:pt x="1119286" y="406400"/>
                  </a:cubicBezTo>
                  <a:cubicBezTo>
                    <a:pt x="1119286" y="181951"/>
                    <a:pt x="868725" y="0"/>
                    <a:pt x="55964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04933" y="-28575"/>
              <a:ext cx="90942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038824" y="6927450"/>
            <a:ext cx="9169651" cy="51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51D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Android limits WiFi scan frequency.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47125" y="83448"/>
            <a:ext cx="6677868" cy="5925090"/>
          </a:xfrm>
          <a:custGeom>
            <a:avLst/>
            <a:gdLst/>
            <a:ahLst/>
            <a:cxnLst/>
            <a:rect l="l" t="t" r="r" b="b"/>
            <a:pathLst>
              <a:path w="6677868" h="5925090">
                <a:moveTo>
                  <a:pt x="0" y="0"/>
                </a:moveTo>
                <a:lnTo>
                  <a:pt x="6677869" y="0"/>
                </a:lnTo>
                <a:lnTo>
                  <a:pt x="6677869" y="5925090"/>
                </a:lnTo>
                <a:lnTo>
                  <a:pt x="0" y="59250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135416" y="5617784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9" y="0"/>
                </a:lnTo>
                <a:lnTo>
                  <a:pt x="6435169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115142" y="423218"/>
            <a:ext cx="10632594" cy="92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IMPROVEMENTS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131374" y="7252629"/>
            <a:ext cx="8193406" cy="1088083"/>
            <a:chOff x="0" y="0"/>
            <a:chExt cx="2383268" cy="3164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3268" cy="316498"/>
            </a:xfrm>
            <a:custGeom>
              <a:avLst/>
              <a:gdLst/>
              <a:ahLst/>
              <a:cxnLst/>
              <a:rect l="l" t="t" r="r" b="b"/>
              <a:pathLst>
                <a:path w="2383268" h="316498">
                  <a:moveTo>
                    <a:pt x="2180068" y="0"/>
                  </a:moveTo>
                  <a:lnTo>
                    <a:pt x="0" y="0"/>
                  </a:lnTo>
                  <a:lnTo>
                    <a:pt x="0" y="316498"/>
                  </a:lnTo>
                  <a:lnTo>
                    <a:pt x="2180068" y="316498"/>
                  </a:lnTo>
                  <a:lnTo>
                    <a:pt x="2383268" y="158249"/>
                  </a:lnTo>
                  <a:lnTo>
                    <a:pt x="2180068" y="0"/>
                  </a:lnTo>
                  <a:close/>
                </a:path>
              </a:pathLst>
            </a:custGeom>
            <a:solidFill>
              <a:srgbClr val="6E8BB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68968" cy="3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31374" y="8771068"/>
            <a:ext cx="8193406" cy="1088083"/>
            <a:chOff x="0" y="0"/>
            <a:chExt cx="2383268" cy="3164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3268" cy="316498"/>
            </a:xfrm>
            <a:custGeom>
              <a:avLst/>
              <a:gdLst/>
              <a:ahLst/>
              <a:cxnLst/>
              <a:rect l="l" t="t" r="r" b="b"/>
              <a:pathLst>
                <a:path w="2383268" h="316498">
                  <a:moveTo>
                    <a:pt x="2180068" y="0"/>
                  </a:moveTo>
                  <a:lnTo>
                    <a:pt x="0" y="0"/>
                  </a:lnTo>
                  <a:lnTo>
                    <a:pt x="0" y="316498"/>
                  </a:lnTo>
                  <a:lnTo>
                    <a:pt x="2180068" y="316498"/>
                  </a:lnTo>
                  <a:lnTo>
                    <a:pt x="2383268" y="158249"/>
                  </a:lnTo>
                  <a:lnTo>
                    <a:pt x="2180068" y="0"/>
                  </a:lnTo>
                  <a:close/>
                </a:path>
              </a:pathLst>
            </a:custGeom>
            <a:solidFill>
              <a:srgbClr val="6E8BB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68968" cy="3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68893" y="4128642"/>
            <a:ext cx="8193406" cy="1088083"/>
            <a:chOff x="0" y="0"/>
            <a:chExt cx="2383268" cy="3164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83268" cy="316498"/>
            </a:xfrm>
            <a:custGeom>
              <a:avLst/>
              <a:gdLst/>
              <a:ahLst/>
              <a:cxnLst/>
              <a:rect l="l" t="t" r="r" b="b"/>
              <a:pathLst>
                <a:path w="2383268" h="316498">
                  <a:moveTo>
                    <a:pt x="2180068" y="0"/>
                  </a:moveTo>
                  <a:lnTo>
                    <a:pt x="0" y="0"/>
                  </a:lnTo>
                  <a:lnTo>
                    <a:pt x="0" y="316498"/>
                  </a:lnTo>
                  <a:lnTo>
                    <a:pt x="2180068" y="316498"/>
                  </a:lnTo>
                  <a:lnTo>
                    <a:pt x="2383268" y="158249"/>
                  </a:lnTo>
                  <a:lnTo>
                    <a:pt x="2180068" y="0"/>
                  </a:lnTo>
                  <a:close/>
                </a:path>
              </a:pathLst>
            </a:custGeom>
            <a:solidFill>
              <a:srgbClr val="6E8BB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68968" cy="3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68893" y="5751440"/>
            <a:ext cx="8193406" cy="1088083"/>
            <a:chOff x="0" y="0"/>
            <a:chExt cx="2383268" cy="3164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3268" cy="316498"/>
            </a:xfrm>
            <a:custGeom>
              <a:avLst/>
              <a:gdLst/>
              <a:ahLst/>
              <a:cxnLst/>
              <a:rect l="l" t="t" r="r" b="b"/>
              <a:pathLst>
                <a:path w="2383268" h="316498">
                  <a:moveTo>
                    <a:pt x="2180068" y="0"/>
                  </a:moveTo>
                  <a:lnTo>
                    <a:pt x="0" y="0"/>
                  </a:lnTo>
                  <a:lnTo>
                    <a:pt x="0" y="316498"/>
                  </a:lnTo>
                  <a:lnTo>
                    <a:pt x="2180068" y="316498"/>
                  </a:lnTo>
                  <a:lnTo>
                    <a:pt x="2383268" y="158249"/>
                  </a:lnTo>
                  <a:lnTo>
                    <a:pt x="2180068" y="0"/>
                  </a:lnTo>
                  <a:close/>
                </a:path>
              </a:pathLst>
            </a:custGeom>
            <a:solidFill>
              <a:srgbClr val="6E8BB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68968" cy="3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168893" y="2504591"/>
            <a:ext cx="8193406" cy="1088083"/>
            <a:chOff x="0" y="0"/>
            <a:chExt cx="2383268" cy="3164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83268" cy="316498"/>
            </a:xfrm>
            <a:custGeom>
              <a:avLst/>
              <a:gdLst/>
              <a:ahLst/>
              <a:cxnLst/>
              <a:rect l="l" t="t" r="r" b="b"/>
              <a:pathLst>
                <a:path w="2383268" h="316498">
                  <a:moveTo>
                    <a:pt x="2180068" y="0"/>
                  </a:moveTo>
                  <a:lnTo>
                    <a:pt x="0" y="0"/>
                  </a:lnTo>
                  <a:lnTo>
                    <a:pt x="0" y="316498"/>
                  </a:lnTo>
                  <a:lnTo>
                    <a:pt x="2180068" y="316498"/>
                  </a:lnTo>
                  <a:lnTo>
                    <a:pt x="2383268" y="158249"/>
                  </a:lnTo>
                  <a:lnTo>
                    <a:pt x="2180068" y="0"/>
                  </a:lnTo>
                  <a:close/>
                </a:path>
              </a:pathLst>
            </a:custGeom>
            <a:solidFill>
              <a:srgbClr val="6E8BB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268968" cy="35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7620323" y="1346096"/>
            <a:ext cx="9773673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2467935" y="2755353"/>
            <a:ext cx="6802571" cy="529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137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Multi-Device Monitoring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67935" y="9008014"/>
            <a:ext cx="6802571" cy="529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137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Support multiple floors.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31374" y="5961647"/>
            <a:ext cx="6802571" cy="529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137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Improve localization accuracy.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68893" y="7503392"/>
            <a:ext cx="6802571" cy="529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137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Integrate AI-based positioning.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05926" y="4338950"/>
            <a:ext cx="8432236" cy="529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137" b="1">
                <a:solidFill>
                  <a:srgbClr val="FEFD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Device Information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537321" y="253215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077703" y="3366867"/>
            <a:ext cx="9460517" cy="94605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68318" y="-2824047"/>
            <a:ext cx="3852747" cy="385274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851686" y="2858315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349506" y="-30861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292181" y="-648104"/>
            <a:ext cx="5791604" cy="57916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892482" y="3376392"/>
            <a:ext cx="7052696" cy="412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43"/>
              </a:lnSpc>
            </a:pPr>
            <a:r>
              <a:rPr lang="en-US" sz="14259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15" name="Freeform 15"/>
          <p:cNvSpPr/>
          <p:nvPr/>
        </p:nvSpPr>
        <p:spPr>
          <a:xfrm>
            <a:off x="-3031172" y="2417472"/>
            <a:ext cx="5134435" cy="4555644"/>
          </a:xfrm>
          <a:custGeom>
            <a:avLst/>
            <a:gdLst/>
            <a:ahLst/>
            <a:cxnLst/>
            <a:rect l="l" t="t" r="r" b="b"/>
            <a:pathLst>
              <a:path w="5134435" h="4555644">
                <a:moveTo>
                  <a:pt x="0" y="0"/>
                </a:moveTo>
                <a:lnTo>
                  <a:pt x="5134434" y="0"/>
                </a:lnTo>
                <a:lnTo>
                  <a:pt x="5134434" y="4555643"/>
                </a:lnTo>
                <a:lnTo>
                  <a:pt x="0" y="45556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285</Words>
  <Application>Microsoft Office PowerPoint</Application>
  <PresentationFormat>Custom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Times New Roman MT Bold</vt:lpstr>
      <vt:lpstr>Poppins Bold</vt:lpstr>
      <vt:lpstr>Open Sans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INDOOR POSITION DETECTION SYSTEM</dc:title>
  <cp:lastModifiedBy>Hrishikesh Kanu</cp:lastModifiedBy>
  <cp:revision>1</cp:revision>
  <dcterms:created xsi:type="dcterms:W3CDTF">2006-08-16T00:00:00Z</dcterms:created>
  <dcterms:modified xsi:type="dcterms:W3CDTF">2026-06-28T20:52:42Z</dcterms:modified>
  <dc:identifier>DAHN4AfB_VI</dc:identifier>
</cp:coreProperties>
</file>